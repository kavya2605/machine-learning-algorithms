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15" r:id="rId2"/>
    <p:sldId id="318" r:id="rId3"/>
    <p:sldId id="316" r:id="rId4"/>
    <p:sldId id="283" r:id="rId5"/>
    <p:sldId id="319" r:id="rId6"/>
    <p:sldId id="306" r:id="rId7"/>
    <p:sldId id="307" r:id="rId8"/>
    <p:sldId id="308" r:id="rId9"/>
    <p:sldId id="261" r:id="rId10"/>
    <p:sldId id="330" r:id="rId11"/>
    <p:sldId id="309" r:id="rId12"/>
    <p:sldId id="312" r:id="rId13"/>
    <p:sldId id="320" r:id="rId14"/>
    <p:sldId id="322" r:id="rId15"/>
    <p:sldId id="323" r:id="rId16"/>
    <p:sldId id="324" r:id="rId17"/>
    <p:sldId id="311" r:id="rId18"/>
    <p:sldId id="266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10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485 405 24575,'12'0'0,"-5"0"0,-1 0 0,1 0 0,-1 0 0,0 0 0,1 1 0,-1 1 0,0-1 0,1 1 0,-1 0 0,9 4 0,106 73 0,-106-70 0,1-1 0,0 0 0,0-1 0,1-1 0,0 0 0,29 5 0,-6-5 0,49 2 0,-74-8 0,0 0 0,1-1 0,-1-1 0,0 0 0,0-1 0,21-7 0,-28 7 0,1 0 0,-1-1 0,0-1 0,0 1 0,0-1 0,-1 0 0,0-1 0,0 0 0,0 0 0,-1-1 0,9-10 0,-8 6 0,0 0 0,-1 0 0,0 0 0,-1-1 0,0 1 0,-1-1 0,4-17 0,-3 2 0,0-1 0,0-42 0,-6-52 0,1 106 0,-2-24 0,0-26 0,1 206 0,2-69 0,-1 1176 0,-2-1126 0,-4 0 0,-6 0 0,-48 206 0,54-302 0,-2-1 0,-12 29 0,17-47 0,0 1 0,0-1 0,-1 1 0,0-1 0,-1 0 0,1-1 0,-1 1 0,0-1 0,0 0 0,-1 0 0,0 0 0,-8 5 0,0-3 0,0-1 0,-1 0 0,1-1 0,-1-1 0,0 0 0,0-1 0,-1-1 0,1 0 0,-20-1 0,-16-2 0,-72-12 0,118 13 0,-73-13 0,-96-27 0,159 36 0,0-2 0,0 0 0,1-1 0,0 0 0,0-1 0,1-1 0,-1 0 0,-17-17 0,-3-7 0,-45-57 0,56 62 0,-10-13 0,2 0 0,2-3 0,-40-76 0,63 106-455,0 0 0,-6-24 0,7 14-6371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9:57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221 508 24575,'-1'29'0,"-2"0"0,-2-1 0,0 1 0,-13 37 0,8-32 0,-66 212 0,-26 112 0,101-356 0,2-10 0,2-19 0,4-26-5,80-486-430,-57 396 244,85-245 0,-99 348 259,32-59 1,-47 97-29,0 0-1,0-1 1,0 1-1,1 0 1,-1 0-1,1 1 1,0-1 0,0 0-1,-1 0 1,1 1-1,0-1 1,0 1 0,0 0-1,1 0 1,-1 0-1,0 0 1,3-1 0,-1 1-43,-1 1 1,1 0 0,0-1 0,-1 2 0,1-1 0,-1 0 0,1 1 0,-1 0 0,1-1 0,-1 1-1,1 1 1,2 0 0,17 8 2,0 1 0,-1 1 0,-1 1 0,0 1 0,25 22 0,-7-2 0,55 64 0,-40-32-224,-2 3-1,-4 2 1,57 113-1,88 245 171,-28-12 54,-159-401-94,-4-11-29,1 0-1,-1 1 0,-1-1 1,1 1-1,-1-1 0,0 1 1,0 0-1,0 11 0,-6-5-5908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9:58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24575,'272'27'0,"-1"-21"0,-236-6 0,0-1 0,36-8 0,-49 5 0,0-1 0,-1-1 0,0-1 0,28-13 0,13-12-682,113-78-1,-151 93-6143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9:5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24575,'8'0'0,"20"8"0,20 16 0,14 21 0,12 19 0,7 14 0,9 11 0,3 6 0,1 4 0,-4 1-555,-3-9 555,-9-11 0,-10-11 0,-13-15 0,-16-11 0,-9-13 0,-10-8 0,-8-9-7636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9:59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900 1 24575,'-17'44'0,"-2"0"0,-41 70 0,38-75 0,-255 449-931,60-111 946,186-324 8,-133 205 168,146-232-412,-1-1 0,-25 26 0,32-39-6605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01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24575,'0'-2'0,"3"-2"0,8 1 0,20-5 0,14-2 0,15-1 0,6-4 0,7 0 0,-2 3 0,-4 0 0,-6 3 0,-4 3 0,-10 2 0,-8 2 0,-7-5 0,-4 0 0,-3 1 0,-7 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0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24575,'24'-1'0,"0"-2"0,-1-1 0,1-1 0,37-13 0,-25 8 0,191-66 0,-54 17 0,201-29-1365,-351 84-5461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03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 0 24575,'-2'14'0,"-5"23"0,-8 27 0,-10 28 0,-9 16 0,-4 15 0,-7 16 0,-3 3-1109,-3 8 1109,1-2 0,-1-6 0,4-7 0,1-13 0,7-17 0,8-17 271,11-19-271,3-21 0,4-19-7353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04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24575,'5'0'0,"11"5"0,12 11 0,8 17 0,5 21 0,-1 11 0,-2 17 0,-5 5 0,-2-4 0,-5-2 0,0-13 0,-5-12 0,-3-13 0,-6-8 0,2-11 0,-2-9-8191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20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349 280 24575,'484'-20'-954,"-4"-23"-1759,-219 18 1473,214-20-590,591-46-2784,376 40 2936,0 47 679,-1318 4 991,332 2-116,-48-1-373,-53 1 432,-62-1 303,-69 0 131,44-1 1820,82-1-416,289 3 3985,2 28-2373,-313 0-3329,341 22 108,-642-51-164,1-2 0,41-5 0,-61 6 25,1-1-1,-1 1 0,1 0 1,-1 1-1,0 0 1,1 1-1,-1-1 0,0 2 1,0-1-1,0 1 1,0 0-1,0 1 1,-1 0-1,1 0 0,6 6 1,12 9 108,0 1 0,34 37 0,-59-55-133,32 31-107,-2 3 0,-2 0 0,-1 2 1,32 57-1,-34-45-27,-1 1 0,-3 1 1,20 76-1,-12-11-437,27 236 1,-28 127-571,-35 534 1141,-23-680-366,18-258 244,-3 0 1,-32 94-1,38-146 112,-1 0 1,-2 0-1,-16 27 1,18-37 40,-1 0 1,0-1-1,-1 0 1,0 0-1,-25 20 0,7-13 348,0 0 0,-58 26 0,53-30 42,-2-1 0,1-3 0,-2 0 0,-43 7 0,-153 13-865,154-23 425,-163 18-1100,-36 1 302,-35 0-1333,-38-5 1038,-38-5-1183,-42-7 1187,-1939-2-3499,1296-11 4612,661 4-362,52 7 365,58 3 380,58 2-2,-338 60 5294,138-4 534,235-39-6350,-572 68 1078,-5-57-633,752-43-271,-68-8 1,84 6-41,-1-2 1,1 0 0,0-1 0,-34-16-1,21 4 129,0-1 1,1-1-1,1-2 0,1-1 0,1-1 0,-44-49 0,35 29-180,2-2 0,2-1-1,-44-85 1,48 74-240,3-3 1,-34-115-1,38 85-151,-16-130-1,15-100-242,18 0 412,1 64 505,3 207-230,-28-422 0,-2 319 623,13 75 1428,4 13-2059,-13-64-1349,23 104-5469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2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24575,'6'0'0,"9"0"0,19 0 0,12 0 0,6 0 0,2 0 0,3 0 0,6 0 0,0 0 0,-8 0 0,-8 0 0,-10 0 0,-5 0 0,-8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2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1 253 24575,'11'-3'0,"11"-6"0,16-5 0,10-4 0,4-3 0,2-3 0,2 0 0,1-2 0,3 2 0,0 4 0,-2 0 0,-3 4 0,-8 1 0,-6 4 0,-11 4-8191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3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0 775 24575,'14'1'0,"-1"0"0,0 1 0,0 0 0,0 1 0,0 1 0,0 0 0,20 9 0,82 51 0,-92-49 0,490 302 0,-303-201 0,-203-112 0,0-2 0,0 1 0,1-1 0,0 0 0,-1 0 0,1-1 0,0 0 0,-1-1 0,1 1 0,0-2 0,0 1 0,0-1 0,8-2 0,5-2 0,-1-1 0,1-2 0,32-16 0,5-5-63,82-58 0,49-53-914,215-187-1008,-126 99 1782,222-181 159,-485 397-27,-8 5-22,0 0 0,1 1-1,0 0 1,0 1 0,1 0-1,-1 0 1,19-7 0,-25 12-484,1-1 0,-1 1 0,1-1 0,0 1 0,-1 0 0,5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35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23892,'241'1470'0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28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2478 24575,'1'-9'0,"0"0"0,0 1 0,1-1 0,3-11 0,1-1 0,5-21 0,2 0 0,33-74 0,54-74 0,-99 189 0,77-148 0,139-186 0,21 12 0,-190 260 0,96-147 0,6-8 0,-122 182 0,210-264 0,-185 240 0,-2-3 0,41-68 0,-75 106-455,0 0 0,33-36 0,-39 50-6371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30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0 207 24575,'2'0'0,"0"0"0,0-1 0,0 1 0,0-1 0,0 1 0,0-1 0,0 0 0,0 0 0,3-2 0,3-1 0,87-45 0,49-22 0,-118 61 0,16-8 0,2 3 0,66-15 0,-107 29 0,1 1 0,0 0 0,-1-1 0,1 2 0,-1-1 0,1 0 0,0 1 0,-1-1 0,1 1 0,-1 0 0,1 0 0,-1 1 0,0-1 0,1 1 0,-1 0 0,0-1 0,0 1 0,4 4 0,2 3 0,1 0 0,-2 1 0,15 19 0,-22-27 0,23 35 0,-2 0 0,27 62 0,-29-55 0,29 71 118,-20-44-1601,-17-45-5343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3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24575,'5'0'0,"0"-1"0,-1 1 0,1-1 0,0 0 0,4-3 0,14-2 0,28-2 0,73-2 0,52 11 0,-111 0 0,1 4 0,-1 2 0,0 4 0,112 32 0,-161-37-273,1 0 0,-2 2 0,1 0 0,19 13 0,-15-6-6553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3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 24575,'-3'16'0,"-5"27"0,-11 26 0,-4 17 0,-7 15 0,-3 10 0,1 3 0,0-5 0,4-5 0,0-12 0,6-13 0,5-12 0,7-14 0,5-17-8191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3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24575,'3'0'0,"12"-5"0,16-8 0,12-4 0,7-7 0,2-5 0,-4 2 0,-3 4 0,-3-1 0,-9 2 0,-7 4 0,-9 6-8191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3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1 280 24575,'2'0'0,"7"0"0,5 0 0,4 0 0,3 0 0,6-6 0,6-9 0,6-5 0,4-8 0,1-4 0,-5 1 0,-4-1 0,-4 4 0,-3 0 0,-6 3 0,-4 5 0,-5 6-8191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3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24575,'7'-3'0,"1"-1"0,-1 0 0,0 0 0,0-1 0,8-6 0,6-4 0,31-17 0,0 3 0,2 2 0,96-34 0,-145 59 0,-1 1 0,1 0 0,0 0 0,0 0 0,0 0 0,-1 1 0,1-1 0,0 1 0,0 1 0,9 0 0,-11 0 0,0 0 0,0 1 0,0-1 0,0 0 0,0 1 0,0 0 0,-1-1 0,1 1 0,0 0 0,-1 1 0,0-1 0,1 0 0,-1 1 0,0-1 0,0 1 0,-1 0 0,3 4 0,2 5 0,-1 0 0,-1 0 0,0 0 0,0 0 0,-1 1 0,-1-1 0,0 1 0,0 16 0,-2 1 0,0 1 0,-8 41 0,3-38 0,-2 0 0,-2-1 0,-21 54 0,21-65 0,-1-1 0,-1-1 0,-1 0 0,-1 0 0,0-2 0,-23 26 0,25-34 0,-1-1 0,0 0 0,0 0 0,-23 11 0,3-1 0,32-19 0,-1 0 0,1 0 0,0 0 0,-1 1 0,1-1 0,0 0 0,-1 0 0,1 0 0,0 1 0,-1-1 0,1 0 0,0 0 0,-1 1 0,1-1 0,0 0 0,0 1 0,0-1 0,-1 0 0,1 1 0,0-1 0,0 0 0,0 1 0,-1 0 0,9 1 0,21-4 0,-26 1 0,46-5 0,-2-1 0,79-1 0,-123 7 0,0 2 0,0-1 0,0 0 0,0 1 0,0-1 0,0 1 0,0 0 0,0 0 0,0 0 0,0 0 0,0 1 0,-1-1 0,1 1 0,-1 0 0,1-1 0,-1 1 0,1 0 0,2 4 0,-2-2 0,-1 0 0,1 0 0,-1 1 0,0-1 0,0 1 0,0 0 0,0 0 0,-1-1 0,0 1 0,1 8 0,-1 1 0,0 1 0,-1-1 0,0 0 0,-2 1 0,1-1 0,-2 0 0,0 0 0,0 0 0,-2 0 0,-8 19 0,5-15 0,-1 0 0,-1-1 0,0-1 0,-2 0 0,1 0 0,-2-1 0,-17 16 0,19-21 0,0-2 0,0 1 0,-1-2 0,0 1 0,-20 8 0,-69 21 0,70-27 0,-10 1-1365,23-8-5461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4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1903 24575,'1'-1'0,"0"1"0,0 0 0,-1-1 0,1 1 0,0-1 0,0 0 0,0 1 0,-1-1 0,1 1 0,0-1 0,-1 0 0,1 0 0,0 1 0,-1-1 0,1 0 0,-1 0 0,0 0 0,1-1 0,2-3 0,18-34 0,-2-1 0,20-59 0,-25 60 0,141-404-700,0-3-2,-149 430 703,96-250 177,14 8-16,-70 175 314,5-12 109,-47 88-858,0 0 0,0 0 0,0 1 0,9-11 0,3 1-6553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4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24575,'11'-1'0,"-1"-1"0,0 0 0,0-1 0,0 0 0,0 0 0,-1-1 0,1 0 0,13-9 0,12-3 0,47-19 0,-29 14 0,-2-2 0,72-43 0,-119 63 0,0 0 0,0 1 0,0 0 0,0 0 0,1 0 0,7-2 0,-10 3 0,0 1 0,-1 0 0,1 0 0,0 0 0,-1 0 0,1 0 0,-1 0 0,1 1 0,0-1 0,-1 1 0,1-1 0,-1 1 0,1-1 0,-1 1 0,1 0 0,-1 0 0,1 0 0,-1 0 0,0 0 0,0 0 0,1 0 0,0 2 0,2 1-1,0 0 0,-1 1 0,0 0-1,0-1 1,0 1 0,-1 1 0,1-1 0,1 8-1,2 6 44,2 22-1,-5-23-760,7 23 1,-4-24-6108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4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24575,'32'1'0,"1"3"0,-1 0 0,0 2 0,0 1 0,-1 2 0,0 1 0,50 24 0,-15 1 0,-59-33-341,0 1 0,0 1-1,9 5 1,-3 2-6485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4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24575,'0'6'0,"-9"9"0,-10 19 0,-10 12 0,-9 8 0,-5 4 0,1 0 0,3 4 0,-1-1 0,5-2 0,1-9 0,8-7 0,8-11-8191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47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24575,'3'0'0,"6"0"0,5 0 0,5-5 0,7-2 0,8-2 0,0-6 0,3-2 0,4-5 0,2 0 0,0-2 0,-5 3 0,-4 2 0,-7 4-8191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47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0 297 24575,'6'0'0,"15"-3"0,15-9 0,9-5 0,6-5 0,1-7 0,1-1 0,-3-1 0,-8 2 0,-5 0 0,-9 3 0,-7 0 0,-7 2 0,-5 5-8191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48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24575,'-1'26'0,"-1"-1"0,-1 1 0,-2 0 0,-14 47 0,-45 95 0,38-108 0,-22 81 0,39-102 0,1 0 0,3 1 0,1-1 0,2 55 0,2-88 0,0 1 0,1-1 0,-1 0 0,1 0 0,2 7 0,-2-12 0,-1 1 0,1-1 0,0 0 0,-1 1 0,1-1 0,0 0 0,0 1 0,0-1 0,0 0 0,0 0 0,0 0 0,0 0 0,0 0 0,0 0 0,1 0 0,-1 0 0,0 0 0,1 0 0,-1-1 0,0 1 0,1 0 0,-1-1 0,1 0 0,-1 1 0,1-1 0,1 0 0,2 1 0,0-2 0,1 1 0,-1-1 0,0 0 0,0 0 0,0 0 0,0-1 0,0 1 0,0-1 0,0-1 0,0 1 0,-1-1 0,8-5 0,0-1 0,0 0 0,-1-1 0,17-20 0,-16 15 0,0 0 0,-2-1 0,0 0 0,0-1 0,-2 0 0,0 0 0,-1-1 0,-1 0 0,0 0 0,-2 0 0,0-1 0,2-22 0,-6 39 0,1 0 0,-1 0 0,0-1 0,0 1 0,0 0 0,-1 0 0,1-1 0,-1 1 0,1 0 0,-1 0 0,1 0 0,-1 0 0,0 0 0,0 0 0,0 0 0,0 0 0,-1 0 0,1 0 0,0 0 0,-1 0 0,1 1 0,-1-1 0,0 1 0,0-1 0,1 1 0,-1 0 0,0 0 0,0-1 0,0 1 0,0 1 0,0-1 0,0 0 0,-1 0 0,1 1 0,-4-1 0,-3 0 9,1 1-1,-1 0 1,0 0 0,0 1-1,0 0 1,1 0-1,-1 1 1,1 1 0,-1-1-1,-9 5 1,-12 7-433,-38 23 1,51-27-190,-5 2-6213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48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1081 24575,'17'-8'0,"29"-17"0,42-19 0,61-20 0,62-14 0,60-13-4259,44-6 4259,25 4-2641,4 4 2641,-7 6 0,-16 4 0,-35 4 0,-41 10-1765,-49 7 1765,-50 11-492,-47 9 492,-34 10 2164,-29 10-3362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1:49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24575,'9'3'0,"31"9"0,27 16 0,17 11 0,11 8 0,0 3 0,-8 2 0,-10-5 0,-13-6 0,-15-7 0,-16-8-8191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2:1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928 1 24575,'-43'20'0,"-1"-1"0,-55 14 0,35-12 0,-132 49 0,-269 82 0,448-147 0,25-6 0,27-7 0,252-83 0,-221 66 0,72-18 0,-103 35 0,0 1 0,1 2 0,0 1 0,38 1 0,-65 3 0,98 6 0,-92-4 0,0 1 0,-1 0 0,0 1 0,0 0 0,19 9 0,38 25 0,89 64 0,-99-62 0,-37-26 0,-17-11 0,0 1 0,11 9 0,-16-11 0,0 0 0,0 0 0,0 0 0,0 0 0,0 0 0,-1 0 0,1 0 0,-1 1 0,0-1 0,0 1 0,0-1 0,1 4 0,2 11 13,-1-1-1,0 24 1,0-9-1416,0-8-5423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2:21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3405 227 24575,'-255'0'0,"-284"1"0,469 1 0,-1 4 0,1 2 0,0 4 0,1 2 0,1 4 0,0 2 0,2 4 0,-94 46 0,97-38 0,-210 102 0,125-67-390,-269 130 46,320-145 338,1 5 1,-100 78-1,150-96 6,1 1 0,2 2 0,-52 68 0,45-44 0,-79 139 0,112-174-5,-26 67 0,39-87 18,0 1 0,1-1 0,1 1 0,0 0 0,1 0 0,0 0 0,0 1 0,2-1 0,2 20 0,1-14 59,1 0 0,1 0 0,0-1-1,1 0 1,1 0 0,1-1 0,0 0 0,16 20 0,10 8-80,58 57 0,156 142 8,127 134 0,-268-256 0,101 105 0,-169-190 0,87 62 0,55 15 0,-39-33 0,4-6 0,272 97 0,-338-146 0,1-3 0,159 21 0,-156-30 0,-52-7 0,1-1 0,0-2 0,0-1 0,39-4 0,-28-4 0,70-19 0,42-23 0,-107 30 0,-1-2 0,-2-3 0,85-52 0,118-112 0,-222 162 0,-1-1 0,42-50 0,32-68 0,63-68 0,-67 94 0,-75 87 0,0-2 0,-3 0 0,0-1 0,-2-1 0,-2-1 0,12-39 0,35-114 0,-26 64 0,23-154 0,-47 190 0,-4 1 0,-4-134 0,-4-92 0,-2-37 0,1 301 0,-11-60 0,9 89 0,-2 1 0,0-1 0,-1 1 0,-2 0 0,-14-30 0,-7 1 0,-1 1 0,-52-61 0,63 88 0,-1 2 0,0 0 0,-1 1 0,-2 1 0,1 1 0,-2 0 0,0 2 0,-31-13 0,-27-6 0,-104-29 0,169 57 0,-64-19 0,-1 3 0,-1 4 0,-99-7 0,-407 14 0,389 12 0,196-2 0,-182 3 0,0 16 0,-284 87 0,5 31 0,443-130 0,-47 13 0,-75 36 0,73-22 0,-133 57 0,130-58 0,-135 83 0,167-91 0,7-5 0,1 1 0,1 2 0,-43 39 0,23-9 0,-86 116 0,95-102 0,3 2 0,-40 90 0,68-128 0,1 0 0,2 0 0,1 1 0,1 1 0,2 0 0,-2 44 0,7 203 0,8-201 0,30 150 0,44 74 0,-44-179 0,53 118 0,-66-190 0,1-2 0,3-1 0,2-1 0,67 83 0,162 151 0,-200-225 0,2-2 0,113 77 0,72 10 0,-201-121 0,1-2 0,0-2 0,86 20 0,-19-16 0,220 13 0,228-32 0,-323-4 0,-54 0 0,338-49 0,-468 41 0,56-18 0,-87 20 0,0 0 0,0-1 0,-1-2 0,39-24 0,-49 25 0,0 1 0,-1-2 0,0 0 0,-1 0 0,0-1 0,-1 0 0,-1 0 0,1-1 0,9-21 0,0-9 0,25-81 0,47-294 0,-64 235 0,-13 90 0,6-167 0,-19-1 0,-2 103 0,-3-13 0,2 127 0,-19-81 0,-16-81 0,3 12 0,24 148 0,-5-14 0,4-1 0,-7-85 0,19-135 0,2 128 0,-2 33 0,-1-149 0,0 243 0,-1-1 0,-5-28 0,6 53 0,1-1 0,-1 1 0,0 0 0,0 0 0,0 0 0,0 0 0,0 0 0,0 0 0,0 0 0,-1 1 0,1-1 0,-1 0 0,-2-2 0,0 1 0,0 0 0,-1 0 0,1 1 0,-9-4 0,-11-3 0,0 0 0,-38-7 0,-52-4 0,89 16 0,-291-27-270,-1 23 1,257 8 269,1 3 0,-79 13 0,98-8 0,1 2 0,0 1 0,1 2 0,-48 24 0,23-4 59,-58 41 1,-55 50 176,-52 34-52,147-109-184,-57 37 0,59-27 0,6-5 0,-163 130 0,159-122 0,-28 25 0,91-73-1365,4-2-5461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2:37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5435 626 24575,'-49'-19'6,"-63"-17"-1,-53-3-74,77 19-204,-762-188-2980,835 205 3232,-830-181-303,564 135-506,-299-11 0,76 53 750,221 36 406,-1 22 293,266-48-582,-739 185 1684,722-178-1809,-79 27 887,91-28-509,1 1 0,-39 23 0,52-27-247,1 0 1,0 1-1,0 0 1,1 0-1,-1 1 0,2 0 1,-1 0-1,1 1 1,0 0-1,1 0 1,0 0-1,1 1 0,0-1 1,-3 11-1,-3 14 164,3 1 0,-7 64 0,12-76-94,-8 69-113,-34 236 0,-7-93 0,-2 9 0,5 76 0,39-226 0,6 134 0,4-207 0,1-1 0,0 0 0,2 0 0,0 0 0,1 0 0,2 0 0,-1-1 0,2 0 0,1-1 0,0 0 0,1 0 0,24 31 0,9-3 0,67 57 0,8 7 0,38 37 0,-134-131 0,47 26 0,-20-14 0,-34-16-1365,-3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2:3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7859 463 24575,'-211'-12'30,"0"-17"-345,166 22 84,-185-27-1834,-44-7 1114,-223-35-1194,-848-113 389,-27 115 164,1186 81 1899,-356 62 0,377-39-307,-378 74 0,-159 75 2313,127 37-2313,32 58 0,509-256 83,-87 53 1731,91-52-563,-51 44 0,64-46-1008,1 1 0,0 1-1,2 1 1,0 0 0,2 1 0,-17 36-1,23-44-242,0 1 0,1-1 0,1 1 0,0 0 0,1 1 0,1-1 0,0 1 0,1-1 0,0 1 0,2 0 0,-1-1 0,4 18 0,0-13 0,0-1 0,1 1 0,1-1 0,1-1 0,1 1 0,0-1 0,1-1 0,22 32 0,23 17 0,2-2 0,119 101 0,-80-86 0,4-5 0,2-3 0,173 86 0,-164-106 0,136 42 0,-183-70 0,261 74 18,5-17-1042,-311-75 891,821 147-1912,268-63-472,0-54-773,-771-30 2779,-48-6 641,90-21 472,-295 12-328,0-3-1,110-35 1,287-138-112,-118 40-170,-191 87 272,229-92-809,-349 129 1141,-2-3 0,-1-1 0,-2-3 0,0-2-1,68-63 1,-91 71-161,-1-1-1,0-1 1,-2-1-1,-1-1 1,-2 0-1,0-2 0,-2 0 1,-1 0-1,16-54 1,-21 52-420,-2 0 1,0 0 0,-3-1-1,0 0 1,-2 0 0,-2 0-1,-1 0 1,-1 1 0,-13-62-1,11 79-15,-1-1 0,0 1 0,-1 0 0,-1 0 0,0 1 0,-1 0 0,-1 0 0,0 1 0,-21-24 0,-17-14 0,-91-76 0,-142-107 0,88 66 0,155 135-86,8 8-340,-1 1-1,-34-21 1,49 36-6400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2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0 368 24575,'2'0'0,"-1"0"0,1 0 0,-1 0 0,0 1 0,1-1 0,-1 0 0,0 1 0,1-1 0,-1 1 0,0 0 0,2 1 0,5 2 0,169 98 0,-114-64 0,221 138 0,-211-130 0,25 19 0,-94-63 0,-1 0 0,1 0 0,0 0 0,0 0 0,1-1 0,4 2 0,-7-3 0,0 0 0,0 1 0,-1-1 0,1-1 0,0 1 0,0 0 0,0 0 0,0-1 0,-1 1 0,1-1 0,0 1 0,0-1 0,-1 0 0,1 0 0,-1 1 0,1-1 0,2-2 0,2-2 0,-1 0 0,0-1 0,0 1 0,-1-1 0,1 0 0,-1 0 0,0-1 0,-1 1 0,4-9 0,21-67 0,-26 78 0,15-60 0,-3-1 0,10-93 0,-14-135 0,-10 281 0,0-22 0,0 31 0,0 1 0,1 0 0,-1 0 0,0 0 0,1 0 0,-1 0 0,1 0 0,0 0 0,0 0 0,0 1 0,1-4 0,-1 5 0,-1-1 0,0 1 0,1 0 0,-1 0 0,1-1 0,-1 1 0,0 0 0,1 0 0,-1 0 0,1-1 0,-1 1 0,1 0 0,-1 0 0,1 0 0,-1 0 0,0 0 0,1 0 0,-1 0 0,1 0 0,-1 0 0,1 0 0,-1 0 0,1 0 0,-1 0 0,1 0 0,-1 1 0,1-1 0,-1 0 0,0 0 0,1 1 0,-1-1 0,1 0 0,-1 0 0,0 1 0,1-1 0,-1 0 0,0 1 0,1-1 0,-1 0 0,0 1 0,4 4 0,0 0 0,0 0 0,-1 0 0,1 0 0,-1 0 0,3 9 0,15 42 0,-20-52 0,30 97-124,-4 1 0,18 144 0,-29-98-63,-2 166 1,-15-255 186,-2 0 0,-2-1 0,-20 84 0,17-110 0,-1-1 0,-2-1 0,-1 0 0,-1 0 0,-2-1 0,0-1 0,-36 47 0,27-45 83,-1-2 0,-1-1-1,-2-1 1,0-2 0,-2 0 0,-1-2 0,0-1-1,-36 16 1,47-28-219,0-1-1,-1-1 1,0-1-1,-1 0 1,1-2-1,-1-1 1,0 0-1,0-2 0,-28-1 1,21-2-6690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26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1 428 24575,'8'-1'0,"0"1"0,0-2 0,0 1 0,0-1 0,13-5 0,38-18 0,-54 22 0,248-128 0,-26 13 0,-122 61 82,29-14-1529,-109 62-5379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2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0 524 24575,'6'0'0,"9"-9"0,11-9 0,8-12 0,8-7 0,4-7 0,3-3 0,6-2 0,2-2 0,0 4 0,-3 1 0,-6 6 0,-7 9 0,-8 5 0,-3 4 0,-5 6 0,-6 5-8191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2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24575,'448'361'-1128,"-334"-251"1069,178 224 1,63 153 279,-301-411-221,-45-65-43,-13-24 257,-92-235 680,26 69-935,10 33 41,38 92 0,20 50 0,-9-18 0,10 21 0,1 0 0,-1 0 0,1 1 0,-1-1 0,1 1 0,-1-1 0,0 0 0,1 1 0,-1-1 0,0 1 0,1 0 0,-1-1 0,0 1 0,0 0 0,1-1 0,-1 1 0,0 0 0,0 0 0,0-1 0,1 1 0,-1 0 0,0 0 0,0 0 0,0 0 0,-1 0 0,-1 1 0,0 1 0,-1-1 0,1 0 0,0 1 0,0 0 0,0-1 0,0 1 0,0 1 0,1-1 0,-5 4 0,-27 32 0,25-27 0,-135 180 0,13 14 0,72-111 0,-176 318-1365,217-376-5461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30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24575,'18'2'0,"0"0"0,0 1 0,-1 1 0,1 1 0,-1 0 0,21 11 0,9 1 0,20 10 0,-1 3 0,80 48 0,-95-49 0,-13-8 0,-2 2 0,-1 1 0,0 1 0,60 60 0,-80-69 0,-1 0 0,-1 0 0,-1 1 0,0 1 0,-1 0 0,-1 0 0,-1 1 0,0 1 0,-2-1 0,0 1 0,-1 1 0,3 22 0,-7-28 0,-1 0 0,-1 1 0,0-1 0,-1 0 0,-1 0 0,0 0 0,-1 0 0,-7 19 0,0-6 0,0-1 0,-2-1 0,-22 36 0,20-41 0,-1-1 0,-2 0 0,-31 30 0,13-14 0,23-25-1365,0-1-5461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31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24575,'-1'62'0,"3"76"0,-2-128 0,2-1 0,-1 1 0,1-1 0,1 1 0,0-1 0,0 0 0,1 0 0,0-1 0,0 1 0,8 10 0,-4-8 0,0-1 0,1 0 0,0 0 0,1-1 0,0 0 0,22 14 0,-7-7 0,1-2 0,1-1 0,0-1 0,0-2 0,1 0 0,33 6 0,-6-6 0,0-1 0,73 1 0,-95-9 0,1-1 0,54-8 0,-73 5 0,1 0 0,-1-1 0,1-1 0,-1 0 0,-1-1 0,1-1 0,22-13 0,-10 1-682,45-39-1,-58 45-6143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31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0 24575,'-2'1'0,"-1"0"0,0-1 0,1 1 0,-1 0 0,1 0 0,-1 0 0,1 0 0,-1 1 0,1-1 0,0 1 0,0 0 0,0-1 0,0 1 0,0 0 0,-2 2 0,-2 2 0,-35 32 0,2 3 0,1 1 0,2 1 0,-54 88 0,72-101 0,2 1 0,1 1 0,2 1 0,1 0 0,1 0 0,2 1 0,2 1 0,-7 67 0,15 64-1365,1-137-5461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3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6761 0 24575,'-76'0'86,"-391"3"-754,-1 16-1143,-10 23 975,256-22-536,-72 9 467,-610 87-2191,10 78 1294,702-135 1362,3 8 0,-356 181 0,50 47 226,21 25 266,101-48 750,26 22 1688,255-199-254,75-75-1400,2 0-1,-25 46 1,17-19-23,2 1 0,3 1 0,-19 74 0,-14 156-214,25 69-590,23 1-97,4-312 58,0 83-242,34 237 0,81 121-502,44-14 0,-117-361 725,63 112 1,-65-144-23,3-2 0,69 82 0,-73-106 18,1-1 0,2-2 0,87 65-1,-89-79 38,1-2 0,1-1 0,2-3 0,0-1 0,55 16 0,-20-13-56,150 22 0,93-14-321,-70-19-254,45-3 486,1113 5-2891,-922-25 2418,-5-33-545,-399 29 1134,0-4 0,-1-3 0,-2-4-1,0-4 1,-2-3 0,-2-3-1,139-86 1,-86 33-5,137-121-1,99-125-1296,-172 141 1576,199-255 1,-287 308 68,-6-4 0,158-306 0,-195 310 110,-7-3 0,-6-3 0,60-284 1,-82 282 1133,14-255 1,-42-41-1543,-7 366 563,-3 1 1,-3 0-1,-4 0 0,-4 2 1,-2 0-1,-4 1 1,-52-104-1,59 143-530,-2 1 0,-1 0-1,-1 2 1,-2 1 0,-2 1 0,0 1-1,-38-30 1,27 26-33,-193-151 0,118 110 0,-2 6 0,-182-80 0,114 73 0,-144-65 0,246 97 0,76 41-124,1 0 0,0 0 0,-1 0 0,1 0 0,-1 1 0,0-1-1,1 1 1,-1 0 0,0 1 0,-8-1 0,-19 2-6702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3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24575,'5'0'0,"11"2"0,10 5 0,8 5 0,8 2 0,-1 0 0,0 4 0,-1-2 0,-4 0 0,-4-3 0,-4-4 0,-1-3 0,-3-3 0,0-2 0,-1-1 0,0-1 0,0 1 0,-4-1-8191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0:3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1141 24575,'28'41'0,"-11"-15"0,1 0 0,41 44 0,-51-62 0,0 0 0,1 0 0,0-1 0,1-1 0,13 9 0,-17-13 0,-1 0 0,0 0 0,1 0 0,0-1 0,-1 0 0,1 0 0,0 0 0,-1 0 0,1-1 0,0 0 0,0-1 0,10-1 0,-10 1 0,0-1 0,0 0 0,0 0 0,0 0 0,0-1 0,-1 0 0,1 0 0,-1 0 0,9-8 0,1-2 0,22-26 0,-30 31 0,131-165-1,-12-14-488,-82 120 56,323-478 248,-168 268-995,-179 253-4723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2:4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626 40 24575,'-29'0'0,"1"2"0,-1 0 0,-47 12 0,60-10 0,0 1 0,1 1 0,-1 0 0,1 1 0,1 0 0,-1 1 0,-25 20 0,20-10 0,0 1 0,1 1 0,0 1 0,2 1 0,1 0 0,0 1 0,-20 44 0,4 3 0,-35 114 0,54-139 0,2 0 0,-8 63 0,7 93 0,16 344 0,0-477 0,3 0 0,3-1 0,26 92 0,-12-80 0,3-2 0,54 108 0,-53-130 0,3-1 0,2-2 0,2-1 0,2-1 0,76 75 0,-94-107 0,1-1 0,1-1 0,40 23 0,74 28 0,-88-45 0,66 27 0,-96-43 0,-1-1 0,2-1 0,-1 0 0,0-2 0,20 2 0,-8-5 0,1 0 0,-1-2 0,0-2 0,0 0 0,-1-2 0,51-19 0,158-83 0,-222 101 0,70-36 0,107-77 0,-141 84 0,-1-3 0,-2-3 0,44-49 0,-53 47 0,-3-2 0,-1-1 0,-2-2 0,44-92 0,-50 81 0,-3-2 0,-2-1 0,26-130 0,-4-102 0,-37 223 0,-3-1 0,-7-79 0,1 131 0,0-1 0,-2 0 0,-1 1 0,-1 0 0,-1 0 0,-14-31 0,14 37 0,-2 1 0,0 0 0,-1 1 0,0 0 0,-1 0 0,-1 1 0,0 1 0,0 0 0,-18-12 0,-127-92 0,122 92 0,-72-34 0,38 23 0,26 11 0,-19-11 0,-98-39 0,-236-39 0,185 59 0,-267-94-1365,445 136-5461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2:47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24575,'0'1'0,"0"0"0,0 0 0,0 0 0,0 0 0,1 0 0,-1 0 0,0 0 0,1 0 0,-1 0 0,1 0 0,-1 0 0,1 0 0,0 0 0,-1 0 0,1 0 0,0-1 0,-1 1 0,2 1 0,3 3 0,157 146 0,-81-80 0,77 79-248,-7 6 0,-7 6-1,209 309 1,-138-129 263,-69-105-98,-71-123 434,171 200-1,-205-276 110,-18-17-1925,-8-6-5361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2:4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1267 0 24575,'-11'1'0,"0"0"0,0 0 0,0 1 0,0 1 0,1 0 0,-1 0 0,1 1 0,-17 9 0,-6 5 0,-35 27 0,53-35 0,-63 47 5,-111 105-1,-53 83-113,-226 259-392,433-467-764,10-12-5060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2:4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24575,'164'132'-8,"55"48"-1611,65 104 1213,-13 16 483,-236-261-73,267 321 489,-74-85-88,-196-240-1550,-10-11-4847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2:4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1386 1 24575,'-260'194'-13,"181"-131"-121,-351 290-673,32 36 912,351-338-75,-109 126-1133,140-156-5166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0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705 0 24575,'116'70'0,"-23"-15"0,-11-4 0,-2 4 0,136 121 0,-78-35 0,-6 5 0,153 221 0,-182-224 0,125 193 0,-83-62 0,-28 12 0,-99-226 0,-3 0 0,13 104 0,-20-79 0,-5 118 0,-4-182 0,0 1 0,-2-1 0,0-1 0,-1 1 0,-1 0 0,-1-1 0,-1 0 0,-1-1 0,-1 1 0,0-1 0,-1-1 0,-2 0 0,-22 29 0,10-20 0,-2-1 0,-1-1 0,0-2 0,-34 22 0,21-19 0,-1-2 0,-75 32 0,68-39 0,-1-1 0,0-3 0,-1-1 0,-1-3 0,-62 3 0,-260-8 0,289-6 0,46 1 0,-46 0 0,-112-16 0,170 13 0,-1-1 0,1-2 0,0-1 0,1 0 0,0-2 0,0-1 0,1-1 0,-31-21 0,46 25 0,0 1 0,0-1 0,0-1 0,1 0 0,1 0 0,-1 0 0,2-1 0,-1 0 0,1 0 0,1-1 0,0 0 0,-6-18 0,1-5 0,1 0 0,-7-68 0,4 31 0,-36-112 0,43 165 0,-80-265 0,-104-398 0,99 351 0,71 264 0,-12-91 0,19 99 0,6 34 0,-3-35 0,5 8 0,4-64 0,2 90 0,1 0 0,1 0 0,1 0 0,13-38 0,-8 36 0,1 0 0,1 1 0,1 0 0,1 1 0,2 0 0,36-44 0,5 1 0,-31 36 0,38-37 0,-54 59 0,1 1 0,0 1 0,0 0 0,1 0 0,0 1 0,1 0 0,23-8 0,3 1-118,-8 3-131,1 0-1,0 2 1,1 1-1,38-3 1,-50 9-6577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08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24575,'-3'0'0,"-6"5"0,-4 2 0,-6 0 0,1 1 0,1 5 0,2 3 0,5 4 0,-2 15 0,1 10 0,1 5 0,0-3 0,4-4 0,1-7 0,3-9-8191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2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1323 0 24575,'-37'0'0,"-410"9"0,342-1 0,1 4 0,-128 31 0,202-34 0,0 0 0,-51 23 0,63-23 0,1 1 0,1 0 0,-1 1 0,2 1 0,-24 22 0,27-23 0,1 0 0,0 1 0,1 1 0,1-1 0,0 2 0,0-1 0,-12 30 0,11-16 0,2 0 0,1 0 0,1 0 0,1 1 0,2 0 0,0 0 0,2 0 0,1 0 0,2 0 0,0 0 0,8 33 0,-7-50 0,0 1 0,1-1 0,0 0 0,1 0 0,0-1 0,0 1 0,14 18 0,-9-16 0,1 0 0,1-1 0,0-1 0,25 20 0,4-4 0,1-3 0,82 36 0,-124-60 0,22 9 0,0-2 0,0 0 0,0-1 0,0-2 0,44 4 0,118-7 0,-103-3 0,-73 2 0,0 0 0,0-1 0,0 0 0,0-1 0,0 1 0,0-2 0,-1 1 0,1-1 0,12-6 0,-15 6 0,-1 0 0,0 0 0,0 0 0,0 0 0,-1-1 0,1 1 0,-1-1 0,0 0 0,0 0 0,0 0 0,0 0 0,-1-1 0,0 1 0,0-1 0,0 1 0,2-10 0,-2 9 0,-1 0 0,0 0 0,0 0 0,-1-1 0,0 1 0,0 0 0,0 0 0,0 0 0,-1 0 0,1 0 0,-1 0 0,-1 0 0,1 0 0,-1 0 0,0 0 0,0 0 0,0 1 0,-1-1 0,1 1 0,-1 0 0,0 0 0,0 0 0,-1 0 0,1 0 0,-1 0 0,0 1 0,-6-4 0,8 6 0,0-1 0,0 0 0,0 1 0,0-1 0,0 0 0,1 0 0,-1 0 0,-1-3 0,3 5 0,-1 0 0,1 0 0,0-1 0,0 1 0,0 0 0,0-1 0,0 1 0,0-1 0,0 1 0,0 0 0,0-1 0,0 1 0,0 0 0,0-1 0,0 1 0,0 0 0,0-1 0,0 1 0,0 0 0,1-1 0,-1 1 0,0 0 0,0 0 0,1-1 0,-1 0 0,1 0 0,0 0 0,0 1 0,0-1 0,0 0 0,0 1 0,0-1 0,1 1 0,-1-1 0,0 1 0,1-1 0,21-4 64,40-5-1,-37 7-809,29-7 0,-27 2-6080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0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24575,'0'6'0,"0"15"0,0 15 0,0 15 0,0 9 0,0 9 0,0 3 0,0-3 0,0-7 0,0-6 0,0-10 0,0-13-8191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1122 24575,'7'-41'0,"2"0"0,1 1 0,19-45 0,-13 40 0,82-210 0,3-9 0,-82 204 0,-2-1 0,13-89 0,-28 136 0,3-22 0,-5 34 0,0 0 0,0 0 0,0 0 0,0-1 0,0 1 0,-1 0 0,1 0 0,0 0 0,-1 0 0,0 0 0,0-3 0,1 5 0,-1 0 0,1 0 0,0 0 0,0 0 0,0 0 0,0-1 0,0 1 0,-1 0 0,1 0 0,0 0 0,0 0 0,0 0 0,0 0 0,-1 0 0,1 0 0,0 0 0,0 0 0,0-1 0,-1 1 0,1 0 0,0 0 0,0 0 0,0 0 0,-1 0 0,1 0 0,0 0 0,0 1 0,0-1 0,-1 0 0,1 0 0,0 0 0,-9 6 0,0 3 0,2 0 0,-1 1 0,1 0 0,0 0 0,-6 15 0,-25 62 0,32-73 0,-16 41 0,3 2 0,2 0 0,2 0 0,3 2 0,3 0 0,-4 96 0,14-137 0,0-1 0,1 1 0,1-1 0,1 1 0,0-1 0,1 0 0,1-1 0,0 1 0,1-1 0,1 0 0,15 21 0,-7-14 0,1-1 0,1-1 0,1 0 0,1-1 0,0-1 0,35 24 0,-39-33 0,0 0 0,0-2 0,0 1 0,1-2 0,34 10 0,-21-9 0,-1-2 0,54 4 0,-60-9 0,80 9 0,-78-3-1365,-6 1-5461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24575,'6'20'0,"-1"1"0,4 30 0,-4-13 0,47 309 0,-51-334 0,0 0 0,1 0 0,0 0 0,1-1 0,1 1 0,0-1 0,0 0 0,11 19 0,-15-30 0,1 0 0,-1 0 0,0 0 0,1 0 0,-1-1 0,0 1 0,1 0 0,-1 0 0,1-1 0,0 1 0,-1 0 0,1-1 0,-1 1 0,1 0 0,0-1 0,0 1 0,0 0 0,-3-17 0,-2-3 0,-5-42 0,-2-105 0,11 158 0,0 1 0,1 0 0,0 0 0,0 0 0,0 0 0,1 0 0,0 1 0,0-1 0,5-8 0,-5 10 0,1 1 0,0 0 0,1-1 0,-1 1 0,1 0 0,-1 1 0,1-1 0,0 1 0,1-1 0,-1 1 0,1 1 0,7-5 0,1 1 0,0 1 0,1 1 0,-1 0 0,18-3 0,57-4 0,-80 10 0,0 1 0,0 1 0,0-1 0,-1 1 0,1 0 0,0 1 0,-1 0 0,1 0 0,-1 1 0,1 0 0,-1 0 0,0 1 0,-1-1 0,1 2 0,0-1 0,-1 1 0,0 0 0,10 10 0,2 6 0,0 1 0,-1 1 0,24 44 0,-29-46 0,0 1 0,-2 1 0,-1 0 0,-1 0 0,-1 1 0,-1 0 0,-1 0 0,-1 0 0,-1 1 0,-2-1 0,-1 31 0,0-46 0,-1 0 0,0 0 0,-1 0 0,0 0 0,0 0 0,-1 0 0,0 0 0,-1-1 0,1 0 0,-2 1 0,1-1 0,-9 10 0,7-11 0,1-1 0,-2 0 0,1 0 0,-1-1 0,0 1 0,0-2 0,0 1 0,-1-1 0,0 0 0,1 0 0,-2-1 0,1 0 0,-11 2 0,-10 0 0,0-1 0,0-1 0,-1-2 0,1-1 0,-43-5 0,52 2-1365,4-2-5461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5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471 418 24575,'244'0'0,"-237"0"0,-1 0 0,1 0 0,-1-1 0,1 0 0,-1 0 0,1 0 0,-1-1 0,0 0 0,0 0 0,0 0 0,0-1 0,0 0 0,0-1 0,-1 1 0,1-1 0,-1 0 0,0 0 0,0 0 0,4-6 0,-1 0 0,1 0 0,-2-1 0,1 0 0,-1 0 0,-1 0 0,0-1 0,-1 0 0,7-21 0,-8 18 0,-1-1 0,0 0 0,-1 0 0,0 0 0,-1 0 0,-3-28 0,2 40 0,-1 0 0,0 0 0,0 0 0,-1 0 0,1 0 0,-1 0 0,0 0 0,0 1 0,0-1 0,0 1 0,-1-1 0,1 1 0,-1 0 0,0 0 0,0 0 0,0 1 0,0-1 0,-1 1 0,1-1 0,-1 1 0,1 0 0,-1 0 0,-7-2 0,-4-1 0,-1 0 0,1 1 0,-1 0 0,-30-1 0,-49 0 0,0 4 0,-100 13 0,154-8 0,0 1 0,-41 13 0,64-13 0,-1 0 0,1 2 0,-1 1 0,2 0 0,-1 1 0,-22 16 0,36-22 0,0 1 0,0-1 0,1 1 0,0 0 0,0 0 0,0 0 0,0 0 0,1 0 0,-1 0 0,1 1 0,0 0 0,0-1 0,1 1 0,-2 8 0,0 0 0,2 0 0,0 0 0,0 0 0,2 19 0,0-24 0,0 0 0,1-1 0,0 1 0,0 0 0,1 0 0,0-1 0,0 0 0,0 0 0,1 1 0,0-2 0,1 1 0,5 7 0,9 6 0,-1 0 0,28 21 0,-28-26 0,388 333 0,-353-298 0,29 22 0,-68-61 0,1 0 0,0-1 0,32 15 0,-33-18 0,1-2 0,1 1 0,-1-2 0,1 0 0,16 2 0,-21-5 0,0-1 0,0 0 0,0 0 0,0-1 0,0 0 0,0-1 0,0-1 0,13-4 0,8-5 0,-1-2 0,-1 0 0,42-28 0,82-67 0,-96 65 0,-57 44-10,122-96-1345,-97 73-5471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6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143 183 24575,'9'0'0,"1"1"0,-1 0 0,0 1 0,0 0 0,0 1 0,0 0 0,0 0 0,-1 1 0,1 0 0,-1 1 0,0 0 0,0 0 0,-1 0 0,0 1 0,0 0 0,12 13 0,-5-2 0,0 0 0,-1 1 0,-1 0 0,0 1 0,-2 0 0,9 22 0,-12-24 0,-1-1 0,7 33 0,-11-43 0,-1 0 0,-1 0 0,1 0 0,-1 0 0,0 0 0,0 1 0,0-1 0,-1 0 0,0 0 0,-1 0 0,-3 10 0,4-13 0,0 0 0,-1-1 0,0 1 0,1-1 0,-1 1 0,0-1 0,0 0 0,0 0 0,0 0 0,-1 0 0,1 0 0,-1 0 0,1-1 0,-1 1 0,-2 0 0,0 0 0,1 0 0,-1-1 0,1 0 0,-1 0 0,1-1 0,-1 1 0,0-1 0,-8 0 0,2-2 0,0 1 0,0-2 0,1 1 0,-1-1 0,1-1 0,0 0 0,-16-9 0,7 2 0,1-2 0,0 0 0,1 0 0,1-2 0,0 0 0,-26-34 0,31 36 0,2-1 0,0 0 0,0-1 0,2 0 0,0 0 0,0-1 0,1 0 0,1 0 0,-4-27 0,8 36 0,1 0 0,0-1 0,0 1 0,1 0 0,0 0 0,0-1 0,1 1 0,0 0 0,0 0 0,1 0 0,0 1 0,0-1 0,0 1 0,9-12 0,2-2 0,2 1 0,35-34 0,-32 36-682,23-17-1,-19 18-6143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6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24575,'2'0'0,"4"2"0,7 2 0,3 5 0,5 4 0,-2-1-8191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7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24575,'-3'5'0,"2"1"0,-1 0 0,1 0 0,0 0 0,0 0 0,1 0 0,0 11 0,-1 1 0,1-10 0,-5 169 0,6-152 0,1 0 0,1 1 0,2-1 0,0-1 0,9 26 0,1-15 0,0-1 0,40 64 0,54 55 0,-27-50 0,-63-81 0,2 0 0,32 25 0,-45-41 0,0-1 0,0 0 0,0-1 0,1 0 0,0 0 0,13 3 0,56 10 0,-67-15 0,33 6 0,0-2 0,56 0 0,-96-6-136,0 0-1,0 0 1,0-1-1,0 1 1,0-1-1,0 0 1,0 0-1,0 0 0,4-3 1,3-3-6690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33:3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0 329 24575,'6'-3'0,"9"-6"0,11-4 0,11-9 0,17-8 0,28-4 0,27 0 0,29 1 0,22-2-1154,7 5 1154,-7 5 0,-22 6 0,-27 2 0,-26 3 0,-28 4-7037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52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2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1398 8 24575,'-138'72'0,"-142"65"0,130-78 0,139-54 0,0 0 0,1 0 0,-1 2 0,1-1 0,1 1 0,-1 0 0,1 1 0,1 0 0,-1 1 0,-7 10 0,-7 12 0,-33 60 0,27-41 0,-52 87 0,6 4 0,-65 172 0,102-213 0,4 3 0,-26 134 0,53-193 0,-1 66 0,9 45 0,-5 90 0,-22 137 0,11-128 0,7-208 0,-16 51 0,4-15 0,1 1 0,-14 63 0,26-105 0,-2 65 0,9-95 0,0 0 0,1 1 0,0-1 0,1 0 0,0-1 0,1 1 0,0 0 0,1-1 0,0 1 0,1-1 0,0 0 0,0-1 0,1 1 0,0-1 0,13 13 0,-5-7 0,1-1 0,1 0 0,1-1 0,0-1 0,0-1 0,1 0 0,28 12 0,272 100 0,-171-70 0,239 100 0,-304-115 0,16 7 0,-61-33 0,-29-10 0,0 0 0,0 1 0,-1 0 0,1 0 0,-1 1 0,1 0 0,-1 0 0,8 7 0,55 56 0,89 107 0,-90-96 0,237 286 0,-238-274 0,-5 2 0,64 124 0,-116-195 0,-2-1 0,2-1 0,13 21 0,-19-35 0,-1 1 0,1-1 0,0 0 0,0 0 0,0-1 0,0 1 0,1-1 0,0 0 0,0-1 0,12 6 0,5 0 0,1 0 0,1-2 0,-1-1 0,38 5 0,-45-10 0,0 0 0,0-1 0,0-1 0,0-1 0,0 0 0,0-1 0,28-9 0,217-91 0,-90 32 0,-105 46 0,161-69 0,-213 86 0,1-1 0,-1-1 0,-1 0 0,17-16 0,49-53 0,-65 62 0,89-101-198,-5-4 0,82-136-1,-150 208 199,-1-1 0,-3-2 0,-2 0 0,-2-2 0,17-67 0,-17 29 0,-4-1 0,13-186 0,-29 161 0,-23-235 0,5 256 0,-4 1 0,-4 1 0,-41-107 0,-141-259 0,144 342 0,-77-145 0,-21-37 339,30 53-83,99 195-256,-3 1 0,-1 2 0,-3 2 0,-55-59 0,1 17 0,-105-80 0,-30 6 0,159 124 0,-115-53 0,73 50-195,-1 5 0,-224-46 0,-241-5-716,473 77 498,20 2 244,-268-29 118,325 38 49,0 1 0,0 2 1,0 1-1,0 0 1,0 2-1,-33 9 0,42-7 102,-1 0 0,1 1-1,0 0 1,0 1-1,1 1 1,0 1-1,1 0 1,0 1-1,-21 21 1,10-5 313,1 1 0,-39 61 0,-24 72-507,60-102 94,2 0 0,-19 70 0,33-89 0,3 1 0,0-1 0,3 1 0,0 61 0,6-85 0,0 0 0,1 0 0,1 0 0,1-1 0,1 1 0,0-1 0,1 0 0,0 0 0,1-1 0,1 0 0,10 14 0,1-2 0,1-1 0,2-1 0,0 0 0,44 36 0,-57-54 0,-1 0 0,-1 0 0,1 1 0,-1 0 0,0 1 0,-1 0 0,0 0 0,-1 0 0,1 0 0,-2 1 0,1 0 0,-2 0 0,1 0 0,-1 1 0,-1-1 0,3 19 0,-4 28-57,-7 81 0,2-79-1194,1 1-5575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5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24575,'3'1'0,"-1"-1"0,1 0 0,0 0 0,0 1 0,0 0 0,0 0 0,-1-1 0,5 3 0,5 2 0,34 14 4,0 2-1,-2 3 0,62 41 1,115 106-171,132 144-687,19 16 1167,110 79 381,-269-235-694,-115-95 0,258 200 0,143 122 0,-319-241 0,116 95 0,-39-54 0,-142-92 0,-43-39 0,-4-1 0,23 19 0,-83-82-455,1 0 0,19 11 0,-9-9-6371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56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6677 0 23296,'-6677'3803'0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2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2118 85 24575,'-17'2'0,"1"0"0,0 1 0,-1 1 0,1 0 0,0 1 0,-22 11 0,15-7 0,-63 28 0,1 3 0,3 3 0,1 5 0,-108 82 0,-218 187 0,68-52 0,-90 81 0,400-320 0,1 2 0,1 0 0,1 2 0,2 1 0,-21 35 0,33-46 0,1 1 0,1 0 0,0 1 0,2 0 0,1 0 0,1 1 0,0 0 0,2 0 0,-2 41 0,5-40 0,1 0 0,1 1 0,8 43 0,-6-56 0,0 0 0,1-1 0,0 1 0,1-1 0,0 0 0,1 0 0,0 0 0,1-1 0,12 15 0,6 1 0,0-1 0,52 40 0,68 35 0,-117-81 0,379 281 0,-169-105 0,-216-179 0,1-1 0,26 14 0,-42-26 0,0 0 0,1 0 0,0-1 0,-1 0 0,1 0 0,0-1 0,15 1 0,58-5 0,-66 2 0,2-1 0,0 0 0,-1-1 0,0-1 0,1-1 0,-1 0 0,15-8 0,88-51 0,-81 42 0,119-73 0,-23-2 0,-58 41 0,363-298 0,-362 281 0,117-143 0,-179 195 0,0-1 0,-1 0 0,-1-1 0,-1 0 0,-1-1 0,-1 0 0,-2-1 0,0 0 0,6-38 0,78-448 0,-68 257 0,-22 0 0,-2 223 0,-2 1 0,-1 0 0,-2 0 0,0 0 0,-18-51 0,16 65 0,-1 0 0,-1 0 0,0 1 0,-13-16 0,-4-6 0,5 6 0,-2 0 0,-44-46 0,60 70 0,-1 1 0,-1 0 0,1 0 0,-1 0 0,0 1 0,0 1 0,-1 0 0,1 0 0,-20-5 0,-6 1 0,-51-5 0,-175-2 117,0 18-1500,254-2 1284,-25-1-6727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0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24575,'8'0'0,"1"2"0,-1-1 0,0 1 0,0 0 0,14 6 0,-2-1 0,30 6 0,1-2 0,74 7 0,-79-13 0,74 9 0,232 37 0,-267-34 0,94 22 0,-171-37 0,0-1 0,0 2 0,0-1 0,-1 1 0,1 0 0,8 5 0,-14-7 0,0 0 0,-1 0 0,1 1 0,-1-1 0,1 1 0,-1-1 0,1 1 0,-1-1 0,0 1 0,0 0 0,0-1 0,0 1 0,0 0 0,0 0 0,0 0 0,-1 0 0,1 0 0,-1 0 0,0 0 0,1 0 0,-1 0 0,0 0 0,0 0 0,0 0 0,-1 3 0,0 5 0,-2 0 0,1 0 0,-1 0 0,-1-1 0,0 1 0,-8 14 0,-38 54 0,33-53 0,-43 64-94,-136 218-1177,189-294-5555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0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24575,'71'4'0,"1"3"0,76 17 0,-97-15 0,683 157 0,-626-141 0,38 10 0,-125-28-1365,-3-2-5461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04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24575,'-12'71'0,"-33"112"0,28-126 0,-143 458 0,129-439 0,-5 13 0,29-73-682,-16 28-1,14-27-6143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0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1 622 24575,'5'-8'0,"13"-5"0,11-9 0,18-9 0,16-12 0,20-10 0,14-10 0,21-5 0,9 1-726,-3-1 726,-20 10 0,-14 13 0,-20 13 0,-16 8 0,-15 7 0,-13 7-7465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2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2062 68 24575,'-7'0'0,"1"1"0,-1 0 0,0 1 0,1 0 0,0 0 0,-1 0 0,-6 4 0,-8 3 0,-447 162 0,184-65 0,1 0 0,-91 62 0,254-109 0,-117 82 0,224-132 0,-1 0 0,1 1 0,1 1 0,0 0 0,1 1 0,-20 25 0,16-16 0,2 1 0,1 0 0,1 0 0,0 2 0,2-1 0,1 1 0,1 0 0,0 1 0,2 0 0,-2 31 0,4-14 0,1 56 0,4-75 0,0 0 0,2 0 0,0-1 0,9 26 0,15 28 0,3-1 0,3-2 0,88 136 0,-94-167 0,2-2 0,1-1 0,72 66 0,-74-79 0,1-2 0,1-2 0,2-1 0,0-1 0,61 27 0,-28-23 0,1-2 0,1-4 0,0-2 0,138 13 0,285-16 0,-450-13 0,404-26-326,-345 12 218,-1-4-1,138-45 1,-211 54 146,1 0 1,-2-2 0,1-2 0,-2 0-1,0-1 1,0-1 0,-1-1 0,-1-2 0,-1 0-1,-1-1 1,0-1 0,-2-1 0,32-45 0,-25 25-25,-2-2 1,-2 0 0,-2-2 0,-1 0-1,-3-1 1,-1 0 0,10-75 0,-11 23-18,-4 0-1,-8-168 1,-6 183 3,-19-99 0,16 145 0,-2 0 0,-2 1 0,0 0 0,-27-50 0,5 23 0,-60-82 0,74 118 0,0 2 0,-2 0 0,-1 2 0,-1 0 0,-1 2 0,-1 1 0,-44-28 0,54 40 0,1 1 0,-1 0 0,0 1 0,-1 0 0,1 2 0,-1 0 0,0 1 0,0 0 0,-27 0 0,-26-2 0,-136-27 0,76 8 0,-59-4 0,-283-50 0,352 49-1365,78 17-5461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40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3663 24575,'-1'-2'0,"0"1"0,0 0 0,0 0 0,0-1 0,0 1 0,0 0 0,0 0 0,0 0 0,0 0 0,-1 0 0,1 0 0,0 1 0,-3-2 0,-1-2 0,1 1 0,0-1 0,0 1 0,0-1 0,0-1 0,1 1 0,-1 0 0,1-1 0,0 1 0,1-1 0,-1 0 0,1 0 0,0 0 0,0-1 0,-1-8 0,-1-7 0,1 0 0,-1-33 0,4 46 0,-1-316 0,3 189 0,0 83 0,15-97 0,27-48 0,12-46 0,-26 103 0,-9 48 0,72-378 0,-83 371 0,3-24 0,45-159 0,-50 243 0,37-131 0,-22 89 0,14-94 0,-20 81 0,3-22 0,-19 111 0,-1 1 0,0-1 0,1 0 0,-2 1 0,1-1 0,-2-7 0,2 12 0,0 0 0,0 0 0,0-1 0,0 1 0,0 0 0,0 0 0,0 0 0,0-1 0,-1 1 0,1 0 0,0 0 0,0 0 0,0-1 0,0 1 0,-1 0 0,1 0 0,0 0 0,0 0 0,0-1 0,-1 1 0,1 0 0,0 0 0,0 0 0,-1 0 0,1 0 0,0 0 0,0 0 0,-1 0 0,1 0 0,0 0 0,0 0 0,-1 0 0,1 0 0,0 0 0,0 0 0,-1 0 0,1 0 0,0 0 0,0 0 0,0 0 0,-1 0 0,1 0 0,0 1 0,-12 7 0,10-6 0,-37 35 0,1 2 0,-52 68 0,-6 8 0,55-69 0,12-13 0,-64 57 0,2-4 0,55-48 0,28-34 0,6-9 0,8-19 0,9-18 0,41-76 0,35-40 0,-70 122 0,375-580-657,-393 612 695,1-2-61,1 0 1,0 0-1,7-7 1,-11 12 40,-1 0 0,1 1 0,0-1 1,0 0-1,-1 1 0,1-1 0,0 0 0,0 1 0,0-1 1,0 1-1,0 0 0,0-1 0,0 1 0,0 0 1,0-1-1,0 1 0,0 0 0,0 0 0,0 0 0,0 0 1,0 0-1,0 0 0,0 0 0,0 0 0,0 1 0,0-1 1,0 0-1,0 1 0,0-1 0,0 0 0,0 1 1,1 0-1,13 13 17,0 0 0,17 23 0,-8-10-31,385 422-4,-222-257 0,-156-160 0,-2 1 0,28 40 0,42 78 0,-71-106 0,-14-25-1365,-2-7-5461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00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3549 68 24575,'-255'-1'133,"-271"2"-969,2 18 425,424-11 411,0 4 0,0 4 0,-180 55 0,23 29 0,4 15 0,-63 26 0,290-131-1,-33 14 102,2 2 1,-77 46 0,101-51-71,1 2-1,1 1 1,1 1 0,1 2-1,1 1 1,2 1 0,-26 37 0,15-9 25,3 2 0,3 1 1,2 2-1,-36 113 1,37-77 37,5 1 0,-17 152 0,32-162-94,3 94 0,7-133 0,2-1 0,2 1 0,18 67 0,-20-103 0,1 1 0,1-1 0,0 0 0,1 0 0,0-1 0,1 0 0,1 0 0,0 0 0,20 20 0,-7-12 0,1-2 0,0-1 0,1 0 0,29 14 0,23 15 0,-2 2 0,-3 3 0,83 79 0,135 126 0,-236-218 0,1-2 0,107 53 0,-104-58 0,100 73 0,34 60 0,60 59 0,18-24 0,-70-82 0,-27-18 0,4 19 0,-91-60 0,-73-52 3,-1-1-1,1 0 1,1 0-1,-1-1 1,1-1-1,0 0 1,0-1-1,0 0 1,0-1-1,0 0 1,0-1-1,1-1 1,17-1-1,6-3-45,-1-2-1,1-1 1,56-20-1,3-6-130,-2-5 0,-2-4 0,94-57 0,-156 80 174,-1-1 0,0-1 0,-2-2 0,29-29 0,44-36 606,-47 45-377,-11 9-229,1 2 0,2 3 0,1 1 0,2 2 0,68-26 0,263-70 0,306-41 0,-498 133 0,-174 29 0,0 0 0,1 2 0,-1-1 0,22 5 0,46 17 0,-63-16 0,102 34 0,-1 5 0,167 89 0,-229-101 0,93 71 0,-141-97 0,-4-3 0,1 1 0,0-1 0,6 4 0,-10-8 0,0 1 0,0 0 0,0 0 0,0 0 0,0-1 0,1 1 0,-1-1 0,0 0 0,0 0 0,0 0 0,0 0 0,1 0 0,-1 0 0,3-1 0,0 0 0,-1-1 0,1 0 0,-1 0 0,1 0 0,-1-1 0,0 1 0,0-1 0,0 0 0,0 0 0,4-5 0,36-43 0,-42 50 0,216-317-676,-123 171 474,-78 121 202,168-261 0,-141 210 0,64-150 0,-94 186-13,-2-1 0,-1 0 0,-2 0 0,5-64 0,-10 32 412,-9-129-1,3 179-382,-1 0 0,-1 1 1,-1 0-1,-1 0 0,-1 0 0,-1 1 1,-1 0-1,-16-29 0,-44-66-16,-5 4 0,-99-118 0,-112-82 0,188 221 0,-128-95 0,-74-22 0,198 147 0,-118-54 0,178 99 0,0 1 0,-61-14 0,-91-9 0,64 14 0,12-2 0,41 8 0,-91-10 0,-672-74-1014,58-1 1014,-3 62 0,370 45-351,379-3-6475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10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2227 24575,'-1'168'0,"3"204"0,5-241 0,5-2 0,7 0 0,67 246 0,-47-254 22,56 117-1,70 108-536,-110-234-164,183 365 391,22-13 346,-203-374-106,5-2 1,3-3-1,4-3 1,4-4-1,3-2 1,3-4 0,3-3-1,94 59 1,-154-113 159,0-2 1,0-1-1,1-1 1,1 0 0,0-2-1,0-1 1,1-1-1,0 0 1,34 2-1,-7-5-121,0-3-1,0-3 1,1-2-1,-1-2 0,-1-2 1,79-23-1,2-11-898,153-71 1,19-27 433,-12-24 5,-226 120 350,-2-4-1,69-64 0,-91 71 85,-1-3-1,-3-1 0,55-82 0,-60 72 36,-3 0 0,-2-2 0,27-81 0,-30 59 0,-3-2 0,12-90 0,-18 38 0,-5-2 0,-7 1 0,-13-142 0,-8 103 0,-48-215 0,-72-159 0,-31-28 19,56 198-125,-37-74-422,103 336 1018,-113-198 1,104 224-518,-3 2 1,-120-134-1,124 164 227,-3 2-1,-1 3 0,-4 3 1,-83-53-1,89 69-45,-2 2 1,-1 2-1,-1 3 0,-2 3 0,0 2 0,-1 4 1,-1 2-1,0 2 0,-131-6 0,146 19-36,-1 3 0,1 1-1,0 3 1,-93 26 0,-183 81-206,315-110 94,-203 84-589,4 10 0,-341 216 0,218-77 278,285-198 244,1 3 0,2 2 0,2 1 0,-55 79 0,84-104 250,1 0 0,1 1 0,1 0 0,1 1 0,0 0 0,2 0 0,1 1 0,0 0 0,2 0 0,-2 32 0,-10 154 290,11 229 0,7-385-479,3 1 0,2-1 0,2 0 0,3-1 0,1 0 0,3-1 0,3-1 0,28 58 0,-18-55 0,-3-5 0,37 96 0,29 125-1365,-76-220-5461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3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6721 969 24575,'-3'0'0,"0"0"0,1 0 0,-1-1 0,1 1 0,-1-1 0,0 1 0,-2-2 0,-11-3 0,-577-105-1182,472 91 1086,-394-55 96,296 44 0,-31 3-4,-339 5 0,231 34 162,332-10 42,-165 16 556,133-10-670,-74 20 0,29 4-251,-100 46-1,-95 60-284,212-97 413,-19 8 37,-207 102 0,8 16 0,213-109 0,-100 83 0,132-90 0,2 2 0,-73 88 0,104-109 0,2 2 0,1 0 0,1 1 0,3 2 0,0 0 0,3 0 0,1 2 0,1 0 0,-11 59 0,5 23 0,4 1 0,1 195 0,16-270 0,1 0 0,3 0 0,2 0 0,1-1 0,22 65 0,-2-36-13,40 74 0,47 67-25,-72-139 33,134 228 5,-115-210 0,83 96 0,-82-121-41,2-3-1,4-4 1,3-2 0,146 96-1,479 247 1,235 34-880,-617-321 921,-232-92 0,160 26 0,-136-37 0,156-2 0,-184-14 0,0-4 0,131-26 0,-83 1-199,-2-6 1,-2-5 0,122-61-1,-67 15-198,215-145 1,221-142 448,-566 349 35,114-65 371,-130 70 174,0-1 0,50-47 0,-38 24-370,-2-2 0,54-78 0,-47 50-80,45-93 0,-57 88-182,-3-1 0,-4-2 0,-4-1 0,-3-1 0,18-134 0,-27 92 0,-6 0 0,-5-1 0,-17-151 0,6 206 0,-3 1 0,-3 0 0,-3 1 0,-3 0 0,-50-114 0,9 58 0,-130-200 0,-123-91 0,213 301-140,-5 5 1,-4 5-1,-5 5 0,-5 5 0,-164-102 0,-66 4 140,247 146 0,-165-54 0,120 61-385,-213-32 0,-157 16-386,258 47 771,178 12 0,-95 14 0,81 0 0,-179 55 0,-83 68 0,-377 218-3160,519-248 1844,121-61 1230,-435 219-536,5 24-29,24 37 271,348-212 474,-151 150 1,189-154 502,-165 210 0,239-262-597,2 2 0,3 2 0,2 1 0,4 1 0,2 2 0,3 1 0,3 1 0,4 1 0,2 0 0,-7 86 0,19-112 0,2 0 0,3 0 0,1 0 0,15 82 0,-5-74 0,2-1 0,2 0 0,38 81 0,-17-60 97,3-2 0,3-2 0,3-1 0,2-3 0,4-2 0,77 74 0,-25-44 129,3-4 1,217 137-1,626 275-226,-804-434 0,210 64 0,-287-112 152,2-3-1,0-3 1,121 5-1,211-23 448,-365 4-609,1513-55-1615,-1482 55 1630,237-11-16,-3-21 81,-260 26-34,-1-1 0,1-3 0,-2-1-1,0-2 1,0-2 0,-1-1-1,-2-3 1,50-33 0,-25 7-36,-3-2 0,60-64 0,98-125 0,-94 98 0,83-77 0,75-84 0,-203 209 0,93-143 0,-119 146 50,-4-2 1,54-137-1,46-206 3738,-116 315-2827,20-139 1,-2-125-926,-37 141-36,-15 185 0,-3 1 0,-14-71 0,-12-4 0,-6 0 0,-91-214 0,97 279 0,-3 0 0,-49-72 0,49 91 0,-2 1 0,-2 1 0,-57-52 0,27 39-285,-2 2 0,-2 4 0,-3 4 0,-90-46 0,5 18-428,-182-62 1,-247-31 712,411 136-521,-339-20 0,-188 46-520,-154 34-1332,6 68 2008,720-71 124,-223 70 0,299-74 321,1 3 0,1 1 0,1 3 0,1 2 0,2 3 0,-66 52 0,39-14 246,3 3-1,4 3 1,3 3-1,-110 169 1,73-72 316,-124 286-1,101-131-641,99-238 0,-27 156 0,38-110 0,-1 155 0,32 138 0,-3-326 0,4-2 0,5 0 0,5-1 0,4-1 0,5-2 0,3-1 0,6-2 0,71 123 0,-31-89 0,5-3 0,5-4 0,6-5 0,186 176 0,-216-233 0,2-3 0,3-3 0,3-3 0,1-4 0,3-3 0,2-4 0,1-3 0,141 44 0,335 43 133,12-46-488,430 18-1393,6-94 1673,-850-15-53,-1-8-1,0-6 1,-2-7 0,-1-7 0,-2-7-1,-3-6 1,188-94 0,-145 45 477,333-235 0,-176 72 443,-22-25 0,-288 250-594,-2-1 0,-2-2 0,-1-1 0,-3-1 0,38-71 0,-29 33 32,-3-3 0,-4 0 0,-4-3 0,24-121 1,-40 121 375,-5 0 0,-3-1 0,-9-126 1,-1 154-607,-2 1 0,-3 0 0,-3 1 0,-22-64 0,7 45 0,-3 1 0,-62-107 0,-259-364 0,241 398 20,-6 5 0,-7 6 0,-156-137 1,174 186-21,-5 4 0,-3 6 0,-4 4 0,-2 6 0,-151-63 0,-36 2 0,267 116 1,-1 1 1,-1 3-1,0 1 1,-45-5-1,-168-4-545,179 15 105,-393-26 276,-38-3 268,0 19-4,392 13-122,-283 5 240,324-1 53,1 4 0,0 2 1,1 4-1,-119 37 0,98-16-272,2 5 0,2 2 0,2 5 0,-154 109 0,-59 66 0,-83 59 0,-29 37 0,325-246 0,72-57-1365,5-3-5461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4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3463 105 24575,'-26'1'0,"1"1"0,-41 9 0,19-2 0,-101 17 0,-746 194-4372,621-133 3627,-434 201 0,452-152 470,193-97 137,-107 88 1,102-66 1179,-92 107 0,-35 87 2159,126-162-2719,-39 58 97,14 4-513,74-117-66,2 0 0,-17 55 0,29-77 0,1 1 0,1-1 0,1 0 0,0 1 0,1-1 0,1 1 0,1-1 0,0 1 0,4 17 0,2-7 2,1 0-1,1-1 0,1 0 1,2-1-1,0 0 0,24 34 1,107 130-121,366 389-238,48-49 165,-420-416 466,293 180 1,-263-192-159,160 89-123,5-26 47,9-16-760,-155-80 674,3-9 1,197 36 0,-23-48-518,-1-28-485,-359-19 1039,12 1-14,628 10-306,-515-16 339,-1-5-1,248-52 0,-343 54-9,-1-2 0,0-1 0,45-22 0,-60 24 0,0 0 0,0-2 0,-1 0 0,0 0 0,-1-2 0,-1 0 0,17-19 0,-7 1 0,-1-1 0,26-48 0,26-73 0,-73 151 0,36-87-55,-3-1 0,-4-3-1,-4 0 1,26-186 0,-33 75-4,-7-260 0,-18-615 3213,4 1008-3154,-3 1 0,-4 1 0,-18-76 0,-70-199 0,68 261 0,-64-131 0,75 182 0,-1 0 0,-2 1 0,-2 1 0,0 1 0,-2 1 0,-38-33 0,-3 5 0,-118-76 0,122 94 6,-1 3 0,-2 3 0,-99-35 0,-216-47-286,373 113 265,-628-144-1312,396 95 1298,-226-56-1394,-27-5 366,451 102 1099,0-1 219,0 2-1,-1 1 1,-69 0-1,83 8 8,1 2-1,0 1 1,0 2-1,-41 13 1,-105 47 778,167-63-1043,-350 161-288,124-54 136,-89 45-39,16 25 1,-24 70 187,-154 214 1445,419-391-1445,3 4 0,-62 102 0,85-115 0,3 2 0,-27 70 0,2 58 0,28-80 0,3-11 0,4 2 0,5 1 0,-9 142 0,27-188 0,3 1 0,2 0 0,3-1 0,3 0 0,31 113 0,4-37 0,83 178 0,-105-269 0,2-1 0,2-1 0,2-1 0,47 54 0,147 137 0,-211-222 0,0 0 0,34 34 0,95 73 0,-113-102 0,1-1 0,0-1 0,1-2 0,44 14 0,-8-4 0,10 5 0,50 19 0,-39-9 0,311 140 0,-220-106 11,4-16-99,-125-39-34,1332 300-2766,-904-260 2888,1-31 0,-292-20-552,335-34 0,87-88 552,-347 47-220,-208 50 502,-2-2 0,79-43 1,-81 33 467,-1-3 0,69-57 0,-85 59-432,-2-1 0,-2-3 0,51-66-1,-25 14-396,-3-2 0,71-157 0,51-216-223,143-568 302,-291 917 97,-5 0 0,19-194 0,-41 242-55,-3 0-1,-3 0 1,-3 0-1,-2 0 1,-4 1 0,-21-74-1,-76-186-41,97 305 0,-1 1 0,0 0 0,-2 0 0,-19-23 0,-66-65 0,70 78 0,-2-2 0,-1 1 0,-64-50 0,55 55 0,-2 1 0,-60-25 0,-95-28 0,-272-72-536,375 122 494,-219-59-1483,-4 14 1,-378-37-1,-827 18 1022,1108 93-328,7 34-38,356-26 1177,0 3 1,2 2 0,-64 27 0,-131 74 3551,203-94-3638,11-6-6375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7:36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1111 526 24575,'-3'6'0,"0"-1"0,0 1 0,-1-1 0,-6 8 0,-8 10 0,-139 210-692,-135 272 0,139-159 692,29 11 0,74-207 0,-157 580 98,176-573-37,7 2 0,-7 279 0,45-194 8,19-3-79,-22-165 7,1 7 3,41 140 0,-41-187 0,1-1 0,2-1 0,1 0 0,2 0 0,1-2 0,30 39 0,-20-36 0,68 62 0,46 21 0,-90-76 0,67 53 349,4-6 0,143 78 0,-215-141-349,1-2 0,1-3 0,1-2 0,1-2 0,104 17 0,-106-29 0,1-1 0,65-5 0,-48-1 0,56 3 0,136-5 0,-214-1 0,0-2 0,93-26 0,92-47 0,-79 19 0,227-125 0,-329 154 0,-2-2 0,-1-3 0,-2-1 0,86-89 0,-65 50 0,94-133 0,-120 142 0,-2-2 0,50-115 0,2-65 0,-77 192 0,-2-1 0,9-84 0,-10-151 0,-21 0 0,-64-508-598,51 671 598,-6 2 0,-76-228 0,72 275 0,-123-366 0,88 255 497,45 144-446,-48-86-1,-3 17-50,-6 3 0,-5 3 0,-121-127 0,156 194 0,-1 2 0,-76-52 0,101 80 0,0 0 0,0 2 0,-2 0 0,1 2 0,-2 0 0,1 2 0,-1 1 0,-1 1 0,0 1 0,-28-2 0,-70-2 0,-283-12 0,81 30 130,35 0-1625,259-8-5331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10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3418 24575,'0'-2'0,"0"0"0,0 1 0,0-1 0,1 1 0,-1-1 0,1 1 0,-1-1 0,1 1 0,0-2 0,4-9 0,49-198 0,-19 74 0,69-328 0,-51 185 0,-14 82 0,-10-50 0,-18-2 0,-3 37 0,5 29 0,7 1 0,75-303 0,-56 330 0,-15 50 0,41-104 0,-47 154-1365,-12 35-5461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1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63 24575,'-26'45'0,"-3"0"0,-63 75 0,59-80 0,22-26 0,-85 96 0,88-103 0,8-11 0,11-15 0,32-42 0,3 2 0,92-91 0,-112 125 0,1 1 0,1 1 0,60-37 0,-84 57 0,1 1 0,-1-1 0,0 1 0,1 1 0,0-1 0,-1 1 0,1-1 0,0 1 0,0 1 0,-1-1 0,1 1 0,0-1 0,0 1 0,0 1 0,0-1 0,0 1 0,0 0 0,-1 0 0,1 0 0,0 1 0,-1-1 0,1 1 0,-1 0 0,1 1 0,6 4 0,6 7 0,0 0 0,-2 1 0,1 0 0,-2 1 0,0 1 0,12 20 0,64 117 0,-59-93-1365,-6-9-5461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29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205 275 24575,'-3'1'0,"0"0"0,0 0 0,1 0 0,-1 0 0,0 0 0,1 1 0,-1-1 0,1 1 0,0 0 0,-1 0 0,1 0 0,-3 3 0,0-1 0,-15 17 0,1 0 0,0 1 0,2 1 0,-16 27 0,24-37 0,2 1 0,0 1 0,0-1 0,1 1 0,1 1 0,1-1 0,-5 31 0,8-46 0,1 1 0,0 0 0,0 0 0,0 0 0,0 0 0,0 0 0,0 0 0,0 0 0,0-1 0,0 1 0,0 0 0,0 0 0,1 0 0,-1 0 0,0 0 0,1 0 0,0 0 0,-1-1 0,0 0 0,1 0 0,-1 0 0,0 0 0,0 0 0,1 0 0,-1 0 0,0 0 0,1 0 0,-1 0 0,0 0 0,1 0 0,-1 0 0,0 0 0,1 0 0,-1 0 0,0 0 0,1-1 0,-1 1 0,0 0 0,0 0 0,1 0 0,-1 0 0,0-1 0,0 1 0,1 0 0,-1 0 0,0-1 0,24-26 0,-23 27 0,124-168 0,25-30 0,-32 44 0,-115 150 0,0 0 0,1 0 0,-1 0 0,1 1 0,0-1 0,0 1 0,0 0 0,0 0 0,1 0 0,-1 0 0,1 1 0,0 0 0,0 0 0,-1 0 0,1 1 0,0-1 0,1 1 0,-1 0 0,0 1 0,0-1 0,0 1 0,1 0 0,5 1 0,4 1 0,-1 0 0,0 1 0,-1 1 0,1 0 0,0 1 0,-1 1 0,21 11 0,5 7 0,38 32 0,21 12 0,35 16 0,-32-15 0,-98-67 0,21 12 0,-1 1 0,-1 1 0,34 30 0,-56-46 5,1 1 0,0 0-1,-1 0 1,1-1 0,0 1-1,-1 0 1,1 0 0,-1 0 0,1 0-1,-1 0 1,0 0 0,1 0-1,-1 0 1,0 0 0,0 0-1,1 0 1,-1 0 0,0 0 0,0 0-1,0 0 1,0 0 0,0 0-1,-1 0 1,1 2 0,-1-2-119,0 1 0,0-1 0,0 1 0,0-1-1,0 1 1,0-1 0,0 1 0,-1-1 0,1 0 0,-1 0 0,1 0 0,-2 2 0,-11 5-6712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30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0 24575,'-4'1'0,"0"-1"0,0 1 0,0 0 0,0 0 0,0 1 0,0-1 0,1 1 0,-1 0 0,-3 2 0,-6 3 0,-118 60 0,-72 32 0,199-97 0,0 0 0,1 0 0,-1 0 0,0 1 0,1 0 0,0-1 0,-1 1 0,1 1 0,0-1 0,-4 7 0,6-9 0,0 0 0,0 1 0,0-1 0,0 1 0,1-1 0,-1 1 0,0-1 0,1 1 0,0-1 0,-1 1 0,1 0 0,0-1 0,0 1 0,0-1 0,0 1 0,0 0 0,0-1 0,0 1 0,0 0 0,1-1 0,-1 1 0,1-1 0,-1 1 0,1-1 0,-1 1 0,1-1 0,0 1 0,0-1 0,0 0 0,0 1 0,2 1 0,-2-2-54,0 0-1,0-1 0,0 1 1,0 0-1,0-1 1,0 1-1,0-1 0,0 1 1,0-1-1,0 1 1,1-1-1,-1 0 0,0 0 1,0 0-1,0 1 0,0-1 1,1 0-1,-1-1 1,0 1-1,0 0 0,0 0 1,1 0-1,-1-1 1,2 0-1,14-6-6771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3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24575,'9'1'0,"0"-1"0,0 2 0,0-1 0,0 2 0,0-1 0,0 1 0,0 0 0,10 6 0,9 6 0,27 20 0,-44-28 0,138 96 0,-3-4 0,-104-69 0,52 50 0,-90-76-106,-3-3 32,0 0 0,0-1 0,0 1 0,0 0 0,0 0 0,-1 0 0,1 0 0,0 0 0,-1 0 0,1 0-1,0 0 1,-1 0 0,1 0 0,-1 0 0,1 0 0,-1 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2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457 253 24575,'-4'0'0,"0"0"0,0 1 0,0 0 0,1-1 0,-1 1 0,0 1 0,1-1 0,-1 0 0,1 1 0,-1 0 0,1 0 0,0 0 0,0 0 0,-3 3 0,-5 5 0,1 0 0,-13 17 0,12-14 0,-33 43 0,-71 118 0,90-138 0,-1 0 0,-55 56 0,59-67 0,19-22 0,2-1 0,-1 0 0,0 0 0,0 0 0,0 0 0,0 0 0,-5 2 0,7-4 0,-1 0 0,1 1 0,0-1 0,0 0 0,-1 0 0,1 0 0,0 0 0,0 0 0,-1 0 0,1 0 0,0 0 0,0 0 0,-1 0 0,1 0 0,0 0 0,0 0 0,-1 0 0,1-1 0,0 1 0,0 0 0,0 0 0,-1 0 0,1 0 0,0 0 0,0 0 0,-1-1 0,1 1 0,0 0 0,0 0 0,0-1 0,-1 0 0,0 0 0,1 0 0,-1 0 0,1-1 0,0 1 0,-1 0 0,1-1 0,0 1 0,0 0 0,0-2 0,0-13 0,0 0 0,2 0 0,0 0 0,5-20 0,22-67 0,-21 77 0,70-196 0,-8 25 0,-62 163 0,-7 27 0,0 1 0,1-1 0,0 1 0,0 0 0,0 0 0,0-1 0,8-10 0,-10 16 0,1 0 0,0 0 0,0 0 0,0 1 0,0-1 0,1 0 0,-1 0 0,0 0 0,0 1 0,0-1 0,1 1 0,-1-1 0,0 1 0,0 0 0,1-1 0,-1 1 0,0 0 0,1 0 0,-1 0 0,1 0 0,-1 0 0,0 0 0,1 0 0,-1 0 0,0 0 0,1 1 0,-1-1 0,2 2 0,4 0 0,0 2 0,0-1 0,12 9 0,-17-11 0,32 23 0,49 45 0,28 38 0,-21-18 0,-56-57-119,180 178-1127,-204-200-5580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2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 24575,'-22'46'0,"-26"45"0,-120 172 0,154-244 0,-1-2 0,-1 1 0,-1-2 0,-18 15 0,-9 8 0,21-17-1365,3-3-5461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7:24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1699 24575,'0'-3'0,"0"0"0,1 0 0,-1 0 0,1 0 0,-1 1 0,2-5 0,3-10 0,48-319 0,10-45 0,26 19 0,-63 242 0,7-24 0,29-19 0,-27 74 0,-20 54-1365,-2 7-5461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7:25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412 151 24575,'-6'0'0,"0"1"0,0 0 0,0 0 0,0 1 0,0 0 0,0 0 0,0 0 0,1 0 0,-1 1 0,1 0 0,0 0 0,-7 6 0,-7 6 0,-29 31 0,29-27 0,-65 64 0,-68 64 0,143-141 0,19-19 0,130-163 0,-8 7 0,-101 131 0,26-29 0,-54 64 0,1-1 0,-1 1 0,1 0 0,0 1 0,0-1 0,1 1 0,-1 0 0,0 0 0,1 0 0,-1 0 0,1 1 0,-1 0 0,10-2 0,2 2 0,-1 0 0,30 3 0,-44-1 0,29 1 0,0 2 0,-1 1 0,1 2 0,-1 1 0,-1 1 0,0 1 0,0 2 0,-1 1 0,0 0 0,40 29 0,-26-12 0,-2 2 0,-1 1 0,-1 2 0,-2 1 0,50 68 0,-66-78-1365,-3-7-5461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7:27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92 24575,'-9'17'0,"-2"-1"0,0 0 0,0-1 0,-24 23 0,15-16 0,-127 151 0,86-107 0,60-66 0,1 1 0,0-1 0,-1 1 0,1-1 0,-1 1 0,1-1 0,0 1 0,-1-1 0,1 1 0,-1-1 0,1 0 0,-1 1 0,0-1 0,1 0 0,-1 0 0,1 1 0,-1-1 0,0 0 0,6-14 0,19-28 0,3 2 0,44-54 0,-12 17 0,35-65 0,-93 139 0,2-2 0,0 0 0,0 0 0,1 0 0,-1 0 0,1 1 0,5-5 0,-8 8 0,1 0 0,-1-1 0,1 1 0,-1 0 0,1 1 0,0-1 0,0 0 0,0 0 0,-1 1 0,1-1 0,0 1 0,0-1 0,0 1 0,0 0 0,0 0 0,0 0 0,0 0 0,0 0 0,3 1 0,9 3 0,0 1 0,-1 0 0,1 1 0,-1 0 0,19 13 0,-26-16 0,53 33 0,102 81 0,-122-84 0,-3 1 0,0 2 0,40 55 0,-61-71 0,-1 1 0,18 36 0,-23-43-1365,-1-4-5461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7:4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5414 24575,'3'-69'0,"20"-111"0,-17 141 0,133-693-315,64 15-1,93-70 316,-194 546 0,60-151 0,-101 238 0,149-402 0,-17-116 631,-176 568-631,-5 0 0,0-139 0,-12 227 0,1 2 0,-3-25 0,2 38 0,0 0 0,0 0 0,-1 0 0,1 0 0,0 0 0,0 0 0,-1 0 0,1 0 0,0 0 0,-1 0 0,1 0 0,-1 0 0,1 0 0,-1 0 0,0 0 0,1 0 0,-1 1 0,0-1 0,0 0 0,0 0 0,1 1 0,-1-1 0,0 1 0,0-1 0,0 1 0,0-1 0,0 1 0,0-1 0,0 1 0,0 0 0,0-1 0,0 1 0,-3 0 0,1 0 0,0 1 0,0-1 0,-1 1 0,1 0 0,0 0 0,0 0 0,0 1 0,0-1 0,0 1 0,-4 2 0,-27 20 0,-58 54 0,32-26 0,-531 407 0,558-436 0,-170 114 0,187-126 0,-25 19 0,38-27 0,-12 8 0,15-11 0,0 0 0,-1 0 0,1 0 0,0 1 0,-1-1 0,1 0 0,-1 0 0,1 0 0,0 0 0,-1 0 0,1 0 0,-1 0 0,1 0 0,0 0 0,-1 0 0,1 0 0,-1 0 0,1 0 0,0 0 0,-1 0 0,1 0 0,-1 0 0,1 0 0,0-1 0,-1 1 0,1 0 0,0 0 0,-1 0 0,1-1 0,0 1 0,-1 0 0,1 0 0,0-1 0,0 1 0,-1 0 0,1-1 0,0 1 0,-1-1 0,0-2 0,0 0 0,0 0 0,0 0 0,1 0 0,-1 0 0,1 0 0,0 0 0,-1-1 0,2-4 0,4-35 0,-4 37 0,40-182 0,15 0 0,-23 85 0,5 2 0,4 1 0,4 3 0,71-110 0,-100 180 0,27-31 0,-43 56 0,0 1 0,0 0 0,1 0 0,-1 0 0,0 0 0,1 0 0,-1 0 0,0 1 0,1-1 0,-1 0 0,1 1 0,-1-1 0,1 1 0,0-1 0,2 1 0,0-1 0,0 1 0,0 1 0,0-1 0,1 0 0,5 2 0,5 2 0,0 1 0,0 0 0,0 1 0,-1 0 0,17 11 0,68 49 0,-85-56 0,278 224-305,-13 20-244,-37-34 306,-197-180 310,196 166-1316,-220-189-4663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7:5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8659 2436 22839,'-4'95'0,"-6"1"0,-7-1 0,-6-1 0,-7 1 0,-6-2 0,-7 0 0,-6-2 0,-7-1 0,-6 0 0,-6-3 0,-6-1 0,-6-1 0,-6-3 0,-6-1 0,-5-3 0,-6-2 0,-5-2 0,-5-2 0,-4-3 0,-6-3 0,-4-3 0,-4-2 0,-5-3 0,-3-3 0,-5-4 0,-2-3 0,-4-2 0,-3-5 0,-3-2 0,-2-5 0,-3-2 0,-1-4 0,-3-4 0,-1-4 0,-1-3 0,-2-4 0,0-4 0,-1-3 0,1-4 0,-1-4 0,0-4 0,1-3 0,0-4 0,2-4 0,1-3 0,1-4 0,3-4 0,1-4 0,3-2 0,2-5 0,3-2 0,3-5 0,4-2 0,2-3 0,5-4 0,3-3 0,5-3 0,4-2 0,4-3 0,6-3 0,4-3 0,5-2 0,5-2 0,6-2 0,5-3 0,6-1 0,6-3 0,6-1 0,6-1 0,6-3 0,6 0 0,7-1 0,6-2 0,7 0 0,6-2 0,7 1 0,6-1 0,7-1 0,7 1 0,6-1 0,7 0 0,7 1 0,6 1 0,7-1 0,6 2 0,7 0 0,6 2 0,7 1 0,6 0 0,6 3 0,6 1 0,6 1 0,6 3 0,6 1 0,5 3 0,6 2 0,5 2 0,5 2 0,4 3 0,6 3 0,4 3 0,4 2 0,5 3 0,3 3 0,5 4 0,2 3 0,4 2 0,3 5 0,3 2 0,2 5 0,3 2 0,1 4 0,3 4 0,1 4 0,1 3 0,2 4 0,0 4 0,1 3 0,0 4 0,-1 4 0,1 4 0,-1 3 0,0 4 0,-2 4 0,-1 3 0,-1 4 0,-3 4 0,-1 4 0,-3 2 0,-2 5 0,-3 2 0,-3 5 0,-4 2 0,-2 3 0,-5 4 0,-3 3 0,-5 3 0,-4 2 0,-4 3 0,-6 3 0,-4 3 0,-5 2 0,-5 2 0,-6 2 0,-5 3 0,-6 1 0,-6 3 0,-6 1 0,-6 1 0,-6 3 0,-6 0 0,-7 1 0,-6 2 0,-7 0 0,-6 2 0,-7-1 0,-6 1 0,-7 1 0,-6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8:1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3469 1 24575,'-23'1'0,"0"2"0,1 0 0,-1 2 0,1 1 0,-25 9 0,39-13 0,-216 85 0,7 16 0,94-43 0,-112 59-526,-283 191 0,291-159 496,-341 231-91,490-326 411,3 3 0,-77 77 0,86-71-92,-130 138-63,4 45-135,140-171 0,-57 116 0,49-68 0,-59 181 0,96-231 0,3 0 0,3 2 0,-12 153 0,28-175 0,9 83 0,18 54 0,-22-168 0,2 14 0,50 280 0,-43-265 0,2 0 0,3 0 0,43 90 0,-49-121 0,2-1 0,0 0 0,1-1 0,30 32 0,-14-22 0,68 48 0,-39-34 0,291 189 0,-291-202 0,1-3 0,67 20 0,130 29 0,-187-57 0,51 12 0,2-4 0,0-6 0,153 8 0,394-24 0,-451-8 0,-69 0-182,-1-7 0,189-36-1,-11-27 183,-11 3 0,390-43 0,-576 93 160,230-65-1,-300 65-425,-2-3 1,0-3 0,-2-2-1,-1-2 1,100-70-1,-130 78-6104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8:14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1893 1 24575,'-120'35'0,"65"-18"0,2 2 0,-65 33 0,-95 67 0,133-69 0,3 3 0,3 3 0,1 4 0,4 2 0,-120 140 0,90-75-128,6 3-1,5 5 1,7 3 0,-72 168-1,1 104 129,124-310 0,5 0 0,-13 125 0,25-113-41,5 1 1,4-1-1,6 1 0,35 215 0,-8-187-130,6-1 1,6-3-1,5-1 1,7-2-1,113 199 1,-108-231 170,5-3 0,4-3 0,85 90 0,-108-138 0,1-2 0,2-2 0,3-2 0,1-3 0,2-2 0,117 59 0,-98-64 7,137 39-1,80-7-72,-192-50-60,104 3-1,100-14-95,-216-3-103,225-1-1826,-29 0 856,613-8-1170,-1-53 1108,-739 41 1181,191-50 1,-242 41 59,-1-5-1,162-77 0,-138 43 234,-4-5-1,223-175 0,-295 206 489,-2-1-1,68-80 0,-89 88-617,-2-1 0,-2-1-1,-1-1 1,31-69 0,-36 58 13,-1 0 0,-3-1 0,12-68 0,-15 36 0,3-117 0,-15-40 0,-3 189 0,-2 0 0,-21-88 0,6 73 597,-3 0-1,-3 2 1,-2 0 0,-72-114-1,-182-209 361,-326-340 231,193 311 63,99 157-513,-23 25 0,204 152-738,-3 6 0,-3 6 0,-250-85 0,385 153 1,-51-19 204,-1 3 1,-105-18-1,141 33-119,-106-17-49,71 7-1402,33 9-5461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4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199 242 24575,'-5'27'0,"-2"-1"0,-18 44 0,6-19 0,-13 46 0,-41 113 0,42-135 0,24-62 0,15-27 0,53-87 0,5 3 0,126-143 0,-99 140 0,121-99 0,-200 187 0,-7 6 0,1 0 0,1 0 0,9-5 0,-15 10 0,-1 1 0,1 0 0,-1 0 0,1 0 0,-1 0 0,1 0 0,0 1 0,-1-1 0,1 1 0,0-1 0,0 1 0,-1 0 0,1 0 0,0 0 0,0 1 0,4 0 0,8 5 0,0 0 0,0 1 0,0 1 0,23 16 0,-16-10 0,40 25 0,60 50 0,-100-71 0,-1 1 0,-1 1 0,0 1 0,-2 1 0,30 46 0,-13-3-13,-4 3 1,29 84-1,-20-46-1314,-27-74-5499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51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24575,'56'32'0,"-19"-11"0,253 162 0,-203-127 0,46 31 0,-133-87 0,3 2 0,-1 0 0,1 0 0,1 0 0,-1 0 0,0-1 0,0 0 0,7 3 0,-8-7 0,-4-3 0,-8-11 0,5 10 0,-2-6 0,0-2 0,1 1 0,0-1 0,1 1 0,1-2 0,0 1 0,1 0 0,1-1 0,0 1 0,1-1 0,1 0 0,2-20 0,2 4 0,1 1 0,1 0 0,2 1 0,1-1 0,16-34 0,-9 29 0,-15 35 0,-1 1 0,0-1 0,1 0 0,-1 0 0,0 1 0,1-1 0,-1 0 0,1 1 0,-1-1 0,1 0 0,-1 1 0,1-1 0,0 1 0,-1-1 0,1 1 0,0-1 0,-1 1 0,2-1 0,-2 2 0,1 0 0,-1-1 0,0 1 0,1 0 0,-1 0 0,0 0 0,0 0 0,0 0 0,0 0 0,0 0 0,0-1 0,0 1 0,0 0 0,0 0 0,0 0 0,-1 0 0,1 0 0,-1 0 0,-9 41 0,-28 72 0,23-73 0,-48 128 0,-95 181 0,66-198 0,4-6 0,-8 29 0,40-92 51,30-46-1467,16-23-5410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00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24575,'6'8'0,"4"19"0,6 22 0,8 18 0,3 14 0,-2 10 0,-7 3 0,0-7 0,-4-9 0,-4-10 0,-3-15 0,-4-15-8191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0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01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24575,'3'0'0,"3"0"0,6-3 0,4-1 0,5-5 0,1-1 0,-3-1 0,28 0 0,36 3 0,28 3 0,20 2 0,14 1 0,5 2-833,-13 0 833,-15 0 0,-27 1 0,-23-1 0,-24 0-7358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06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24575,'14'6'0,"373"176"0,-98-15 0,-276-160 0,-5-2 0,0 0 0,1 0 0,-1-1 0,11 3 0,-17-6 0,-1-1 0,1 1 0,0-1 0,0 0 0,-1 1 0,1-1 0,0 0 0,0 0 0,-1 0 0,1 0 0,0 0 0,0-1 0,-1 1 0,1-1 0,0 1 0,0-1 0,-1 1 0,1-1 0,-1 0 0,1 0 0,0 0 0,-1 0 0,0 0 0,1 0 0,-1 0 0,0 0 0,1-1 0,0 0 0,0-2 0,1 0 0,-1 0 0,0 0 0,-1 0 0,1-1 0,-1 1 0,1 0 0,-1-5 0,5-39 0,-5 4 0,-2 0 0,-1 1 0,-3-1 0,-1 1 0,-2 0 0,-19-56 0,24 88 0,-15-46 0,17 49 0,13 36 0,11 35 4,-3 2 0,14 78 0,11 138-677,-40-249 479,67 516 23,-34-277 171,-38-268 6,9 48 864,-7-47-992,-1 0 1,0 0-1,1 0 1,0 0-1,0-1 1,0 1-1,1 0 1,-1-1-1,5 5 1,4 2-6705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07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1 858 24575,'3'0'0,"8"-5"0,28-13 0,23-17 0,34-19 0,24-8 0,20-10-1082,24-9 1082,24-2-1513,16 1 1513,-2 4 0,-20 9 0,-26 7 0,-38 12-383,-30 9 383,-25 11 0,-24 8 0,-17 8-5213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45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1738 193 24575,'-25'-1'0,"-32"-4"0,7-1 0,-601-76-1842,32 3 898,599 77 946,-204-15 18,216 17-20,-2-1 0,1 1 0,0 1 0,-12 1 0,19-2 0,0 0 0,1 1 0,-1-1 0,0 1 0,1-1 0,-1 1 0,1 0 0,-1-1 0,1 1 0,-1 0 0,1 0 0,-1 0 0,1 0 0,0 0 0,0 1 0,0-1 0,-1 0 0,1 1 0,0-1 0,1 0 0,-1 1 0,0-1 0,0 3 0,0-1-8,0 0 1,1 0-1,-1 0 1,1 1-1,0-1 1,0 0-1,0 0 1,1 0-1,-1 0 1,2 6-1,14 35 231,-12-33-20,115 317 1666,4 11-2041,-24-96 168,58 151 5,-122-298-1,154 479-2,-139-376 731,-43-162-729,-1 1 0,-2 0 0,-2 66 0,0-3 0,5 2 0,26 130 0,-33-229 0,1 0 0,0 1 0,0-1 0,0-1 0,0 1 0,1 0 0,0 0 0,0 0 0,0-1 0,0 1 0,3 3 0,-3-6 0,1 1 0,-1 0 0,1 0 0,0-1 0,-1 0 0,1 1 0,0-1 0,0 0 0,0 0 0,0-1 0,0 1 0,0-1 0,0 1 0,0-1 0,6 0 0,32-2 0,0-1 0,1-2 0,56-14 0,-58 11 0,491-79-642,-52 67-723,-441 21-4819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46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24575,'113'-1'0,"122"3"0,-223-1 0,-1 0 0,1 0 0,-1 2 0,0-1 0,1 1 0,-1 1 0,15 7 0,-21-9 0,0 1 0,0 0 0,0 1 0,-1-1 0,1 1 0,-1-1 0,0 1 0,0 1 0,0-1 0,-1 1 0,0-1 0,1 1 0,-1 0 0,-1 0 0,1 0 0,2 10 0,-1-3 0,-2-1 0,0 1 0,0 0 0,-1 0 0,-1 0 0,1-1 0,-2 1 0,0 0 0,0 0 0,-2 0 0,1-1 0,-1 1 0,-1-1 0,0 0 0,-9 18 0,2-9 0,-1 0 0,-1-1 0,0 0 0,-2-1 0,0-1 0,-1-1 0,-20 17 0,-5 4 0,40-36 0,0 0 0,0 0 0,0 0 0,0 0 0,0 1 0,0-1 0,0 0 0,0 1 0,1-1 0,-1 0 0,0 1 0,1-1 0,-1 1 0,1-1 0,0 1 0,-1 2 0,2-3 0,-1 0 0,0 0 0,1 0 0,-1-1 0,1 1 0,-1 0 0,1 0 0,-1-1 0,1 1 0,0 0 0,-1-1 0,1 1 0,0 0 0,0-1 0,-1 1 0,1-1 0,0 1 0,0-1 0,0 0 0,0 1 0,0-1 0,0 0 0,-1 0 0,1 1 0,0-1 0,0 0 0,0 0 0,1 0 0,17 0 0,0 0 0,-1-1 0,1 0 0,-1-2 0,19-5 0,-28 7 0,405-93 0,-391 87-682,25-10-1,-27 8-6143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4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24575,'28'-1'0,"-19"0"0,0 1 0,-1 0 0,1 0 0,0 1 0,-1 0 0,1 0 0,12 4 0,-19-4 0,1 1 0,-1 0 0,1 0 0,-1-1 0,1 2 0,-1-1 0,0 0 0,0 0 0,0 1 0,-1-1 0,1 1 0,0-1 0,-1 1 0,0 0 0,1-1 0,-1 1 0,0 0 0,-1 0 0,1 0 0,0 0 0,-1 0 0,1 5 0,-1-1 0,1 0 0,-1 0 0,0 0 0,-1 0 0,0 0 0,0 0 0,0 0 0,-5 12 0,2-12 0,0 1 0,0-1 0,0-1 0,-1 1 0,0-1 0,0 0 0,-1 0 0,0 0 0,0-1 0,-13 10 0,-7 1 0,-42 20 0,56-30 0,-52 24 0,33-17 0,2 1 0,-31 20 0,58-33 0,0 0 0,1 1 0,-1-1 0,0 0 0,0 1 0,1-1 0,-1 1 0,1 0 0,-1-1 0,1 1 0,0 0 0,0 0 0,0 0 0,-2 4 0,3-6 0,0 1 0,0-1 0,0 1 0,0 0 0,0-1 0,0 1 0,0-1 0,0 1 0,1 0 0,-1-1 0,0 1 0,0-1 0,0 1 0,1-1 0,-1 1 0,0-1 0,1 1 0,-1-1 0,0 1 0,1-1 0,0 1 0,0 0 0,1 1 0,-1-1 0,1 0 0,-1-1 0,1 1 0,0 0 0,-1 0 0,1-1 0,3 2 0,14 2 0,0-1 0,0-1 0,0-1 0,30-1 0,79-13 0,-56 5 0,-49 5 0,3 0 0,38 1 0,-57 2 0,1 1 0,-1 0 0,1 0 0,-1 0 0,0 1 0,0 0 0,0 1 0,0-1 0,12 8 0,-7-2 0,1 1 0,-2 1 0,1 0 0,-1 1 0,14 18 0,-5-3 0,25 44 0,-26-34 0,20 52 0,-31-64 0,-1 1 0,-1 1 0,-1-1 0,3 45 0,-8-63 0,0 0 0,0 0 0,0 0 0,-1 0 0,0 0 0,0 0 0,-1-1 0,0 1 0,0 0 0,-1-1 0,1 1 0,-1-1 0,-1 0 0,-5 8 0,4-7 0,0-1 0,0-1 0,-1 1 0,0-1 0,0 0 0,0-1 0,-1 1 0,1-1 0,-1 0 0,0-1 0,0 0 0,-14 5 0,-6-1 0,0-1 0,-53 5 0,-60-6 0,6-1 0,105-1-1365,6-2-5461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50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24575,'5'0'0,"5"0"0,6 0 0,3 0 0,4 0 0,0 0 0,3 0 0,-2 0 0,2 0 0,-2 0 0,1 0 0,5 0 0,-1 0 0,0 0 0,-1 0 0,-1 0 0,-5 0-8191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5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24575,'261'0'0,"-255"0"0,0 0 0,1 1 0,-1 0 0,0 0 0,0 1 0,-1 0 0,1 0 0,0 0 0,-1 1 0,1 0 0,-1 0 0,0 0 0,0 0 0,0 1 0,0 0 0,0 0 0,-1 0 0,0 1 0,5 6 0,9 12 0,0 2 0,-2 0 0,16 34 0,-10-13 0,17 54 0,-24-52 0,-3 0 0,7 52 0,4 102 0,-5-36 0,51 224 0,20-5 0,-68-297 0,5 31 0,30 108 0,-22-103 0,25 75 0,67 187 0,-72-216 0,-33-90 0,-9-30 0,-11-49 0,-1 1 0,0 0 0,0 0 0,0 0 0,0-1 0,0 1 0,0 0 0,-1 0 0,1 0 0,0-1 0,-1 1 0,0 0 0,1-1 0,-1 1 0,0 0 0,0-1 0,0 1 0,0-1 0,0 1 0,0-1 0,0 0 0,0 1 0,-1-1 0,1 0 0,0 0 0,-3 2 0,-5 3 0,0-1 0,-1 1 0,-14 4 0,12-4 0,-84 36 0,-200 59 0,263-93-1365,5-2-5461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38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24575,'556'-20'7,"-287"7"-739,461-3-646,3 16 1885,-357 0 1089,-279-2-2051,0-4 0,105-21 0,-169 21-6371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39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24575,'7'1'0,"0"-1"0,-1 1 0,1 0 0,-1 1 0,1-1 0,10 6 0,37 20 0,-41-20 0,114 56 0,34 17 0,-120-53 0,56 47 0,-61-44 0,-31-27 0,6 6 0,-1 0 0,18 18 0,-25-24 0,-1 0 0,0 0 0,0 0 0,0 0 0,0 1 0,0-1 0,-1 0 0,1 1 0,-1-1 0,0 1 0,0-1 0,0 1 0,-1 0 0,1-1 0,-1 8 0,-1-3 0,-1 0 0,1-1 0,-1 1 0,-1-1 0,1 0 0,-1 1 0,0-1 0,-7 9 0,-5 7 0,-18 22 0,27-38 0,-39 47 0,-56 51 0,-59 42 0,95-89 0,-106 86-1365,155-130-5461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17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3145 24575,'9'-1'0,"0"1"0,0-2 0,0 1 0,0-1 0,-1 0 0,11-5 0,49-24 0,-23 10 0,30-8 0,93-23 0,-68 23 0,41-15-226,176-50-541,-92 40 767,93-25 0,-4-18 0,104-72-226,-23 8 19,426-135 207,-194 107-446,10 40-76,-474 113 474,215-79-1,-154 32 1018,212-82 54,-160 59-778,59-25-56,-11-18-124,-174 64-65,-3 1 0,326-141 0,-372 183 0,-2-5 0,130-83 0,69-66 0,-267 174-1365,-9 3-5461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1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24575,'99'0'0,"116"1"0,-166 4 0,0 1 0,-1 2 0,55 17 0,134 55 0,-230-77 0,0-1 0,1 1 0,-1 0 0,0 0 0,12 9 0,-17-10 0,1 0 0,-1 0 0,0 0 0,0 0 0,-1 0 0,1 0 0,0 1 0,-1-1 0,1 1 0,-1-1 0,0 1 0,0-1 0,0 1 0,0 0 0,0 0 0,0 4 0,0 4 0,0 0 0,-1-1 0,-1 1 0,1 0 0,-3 11 0,-15 54 0,11-48 0,-58 175 0,-7 30 0,63-195-682,-20 53-1,20-67-6143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3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24575,'6'16'0,"1"22"0,-1 26 0,0 18 0,-2-1 0,-2-10 0,0-14 0,-2-11 0,0-11 0,0-6 0,0-8-8191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35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32 24575,'0'1'0,"1"-1"0,-1 1 0,1-1 0,-1 0 0,1 1 0,-1-1 0,0 1 0,1-1 0,-1 1 0,0 0 0,1-1 0,-1 1 0,0-1 0,0 1 0,1 0 0,-1-1 0,0 1 0,0-1 0,0 1 0,0 0 0,0-1 0,0 1 0,0 0 0,0 2 0,2 18 0,-1 1 0,-1-1 0,0 0 0,-2 0 0,-1 0 0,-6 28 0,-4 0 0,-30 72 0,14-54 0,-74 122 0,95-178 0,8-13 0,3-8 0,8-16 0,2-1 0,17-25 0,38-52 0,-52 81 0,223-315 0,-215 306 0,-21 27 0,1 0 0,0 0 0,0 0 0,0 1 0,0 0 0,1 0 0,5-4 0,-8 7 0,0 0 0,0 0 0,0 0 0,1 0 0,-1 1 0,0-1 0,0 1 0,0-1 0,1 1 0,-1 0 0,0 0 0,1 0 0,-1 0 0,0 0 0,0 0 0,1 1 0,-1-1 0,0 1 0,0 0 0,0-1 0,4 3 0,4 3 0,1 0 0,-1 0 0,0 1 0,-1 1 0,0-1 0,0 2 0,0-1 0,12 17 0,-1 3 0,31 54 0,39 112 0,-31-59 0,-56-130-73,49 93-1219,-46-88-5534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3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24575,'8'-3'0,"1"0"0,0 0 0,15-10 0,3 0 0,40-16 0,83-23 0,-117 43 0,-1 2 0,2 1 0,-1 1 0,66 0 0,-91 5 0,0 1 0,0 0 0,0 1 0,0 0 0,-1 0 0,1 1 0,0 0 0,-1 0 0,0 1 0,0 0 0,0 0 0,0 0 0,-1 1 0,0 0 0,0 1 0,0-1 0,7 10 0,-1 0 0,0 1 0,-2 1 0,0 0 0,-1 0 0,0 0 0,6 22 0,-8-21 0,-1 1 0,-1 0 0,-1 0 0,0 0 0,-2 0 0,0 1 0,-2 30 0,-1-43 0,0 1 0,-1-1 0,0 0 0,0-1 0,-1 1 0,1 0 0,-2-1 0,1 1 0,-1-1 0,0 0 0,0 0 0,0 0 0,-1-1 0,-11 10 0,-2 1 0,-1-2 0,0 0 0,-26 13 0,-82 38 0,43-24 0,58-29 0,19-10 0,1 1 0,0 0 0,-1 0 0,1 1 0,-10 7 0,16-11 0,-1 1 0,1-1 0,-1 1 0,1-1 0,-1 1 0,1-1 0,-1 1 0,1-1 0,0 1 0,-1-1 0,1 1 0,0-1 0,0 1 0,-1-1 0,1 1 0,0 0 0,0-1 0,0 1 0,0 0 0,0-1 0,0 1 0,0-1 0,0 1 0,0 0 0,0-1 0,0 1 0,0 0 0,0-1 0,0 1 0,1-1 0,-1 1 0,0 0 0,0-1 0,1 1 0,-1-1 0,0 1 0,1-1 0,-1 1 0,1-1 0,0 1 0,2 2 0,0 0 0,1-1 0,-1 0 0,1 0 0,3 2 0,-5-3 0,74 32 0,-47-21 0,49 26 0,-70-33 0,0 1 0,1 0 0,-2 0 0,1 0 0,-1 1 0,0 0 0,0 1 0,-1 0 0,9 14 0,-4-1 0,-1 0 0,-1 0 0,-1 1 0,9 40 0,-10-26 0,-1 0 0,0 48 0,-5-79 0,-1 0 0,0 0 0,-1 0 0,1-1 0,-1 1 0,0 0 0,0 0 0,0 0 0,-1-1 0,0 1 0,0-1 0,0 1 0,0-1 0,-1 0 0,1 0 0,-1 0 0,0 0 0,-1 0 0,1-1 0,-1 1 0,1-1 0,-1 0 0,0 0 0,-7 4 0,2-2 0,0 0 0,-1-1 0,0 0 0,0 0 0,0-1 0,0 0 0,0-1 0,-1 0 0,-20 0 0,-270 0 71,151-4-1507,120 2-5390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39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1 246 24575,'28'27'0,"2"0"0,1-2 0,64 39 0,-82-56 0,-11-6 0,1 0 0,0 0 0,0 0 0,1 0 0,-1-1 0,0 1 0,0-1 0,1 0 0,-1 0 0,1 0 0,-1 0 0,1-1 0,-1 1 0,1-1 0,0 0 0,-1 0 0,1 0 0,4-2 0,5-1 0,-1 0 0,0-1 0,0-1 0,16-8 0,44-29 0,-55 31 0,286-198 70,-155 102-1505,-124 90-5391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4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24575,'4'1'0,"0"-1"0,1 1 0,-1 0 0,0 0 0,0 0 0,5 2 0,6 2 0,49 13 0,75 9 0,71-1 0,-136-17 0,614 62-2143,123 15 83,-683-69 1646,259 23 1209,-356-40-203,-1-3 1,0 0-1,0-2 1,56-17-1,12-1 268,-19 10-860,123-4 0,83 17 0,-163 1 0,453 1 0,-575-2 0,144-6-1365,-102-1-5461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4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24575,'1'1'0,"-1"-1"0,1 1 0,-1-1 0,1 1 0,0-1 0,-1 1 0,1 0 0,-1 0 0,1-1 0,-1 1 0,0 0 0,1 0 0,-1-1 0,0 1 0,1 0 0,-1 0 0,0 0 0,0 0 0,0 1 0,2 3 0,8 33 0,-1 0 0,3 41 0,1 86 0,-20 372-647,-1-328 493,7-192 154,-6 768 0,23-541 387,0 12 27,-13 383-414,-5-323 0,-7-116 0,1-20 0,8 152-1365,0-309-5461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3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3672 24575,'34'-13'0,"63"-32"0,26-28 0,-77 45 0,306-167 0,-222 132 0,233-154 0,-60 1 6,235-155-515,58 31-243,-247 147 226,-8-14 288,100-107-197,-20 14 28,266-191 137,-482 336 1001,146-116 1202,-175 115-1466,-166 145-1832,-2-1-5461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5:36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24575,'44'0'0,"339"13"0,-113 4 0,-118-10 0,-138-6 0,-5-1 0,-1 0 0,1 1 0,0 0 0,8 3 0,-15-4 0,-1 1 0,1-1 0,-1 1 0,1-1 0,-1 1 0,1 0 0,-1 0 0,0 0 0,1 0 0,-1 0 0,0 0 0,0 0 0,0 0 0,0 0 0,0 0 0,0 1 0,0-1 0,0 0 0,0 1 0,0-1 0,-1 1 0,1-1 0,-1 1 0,1-1 0,-1 1 0,1-1 0,-1 3 0,0 0 0,0 1 0,0-1 0,-1 0 0,0 1 0,1-1 0,-1 0 0,-1 1 0,-1 3 0,-17 35 0,19-42 0,-108 183 0,9-15 0,-20 70 129,39-74-1623,65-135-5332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16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24575,'2'1'0,"1"-1"0,0 1 0,0-1 0,0 1 0,-1 0 0,1 0 0,4 2 0,5 2 0,3 1 0,1-1 0,-1 2 0,-1 0 0,1 1 0,-1 0 0,19 16 0,-28-20 0,0-1 0,0 1 0,1-1 0,-1 0 0,1 0 0,0 0 0,0-1 0,0 0 0,8 2 0,6 0 0,33 1 0,-8-1 0,55 11 0,-31-3 0,77 1 0,-110-12 0,8 0 0,87 11 0,65 27 0,-192-39 0,0 1 0,0 0 0,0 0 0,0 0 0,0 1 0,0-1 0,-1 1 0,1 0 0,-1 0 0,1 0 0,2 3 0,-4-3 0,0 0 0,-1 0 0,1 1 0,-1-1 0,1 0 0,-1 1 0,0-1 0,0 1 0,0-1 0,0 1 0,-1-1 0,1 1 0,0 0 0,-1-1 0,0 1 0,0 0 0,0 3 0,-1 12 0,-1 0 0,-1 0 0,0-1 0,-11 34 0,-33 67 0,42-106 0,-19 40 0,-13 32 0,-4 10 0,-7 50 0,22-69 0,-5 15 0,25-71-682,-13 27-1,10-27-6143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1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1944 1 24575,'-9'0'0,"0"1"0,0 1 0,0 0 0,0 0 0,0 1 0,-16 7 0,5-2 0,-481 212 0,441-192 0,-234 106 0,249-112 0,-46 29 0,18-9 0,-3-1 0,-209 123 0,129-70 0,124-73 0,0 0 0,-34 29 0,12-11 87,38-29-571,0 1 0,-19 18 0,22-15-6342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2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24575,'51'2'0,"57"10"0,-26-1 0,475 11 0,-520-21 0,1 2 0,0 2 0,72 18 0,106 46 0,-185-58 0,18 8 0,69 37 0,-116-55 0,-1 0 0,1 0 0,-1 0 0,0 0 0,0 0 0,0 1 0,1-1 0,-1 0 0,0 1 0,0-1 0,-1 0 0,1 1 0,0-1 0,0 1 0,-1-1 0,1 1 0,-1 0 0,1-1 0,-1 1 0,0-1 0,0 1 0,0 2 0,0 4 0,0 0 0,-1-1 0,-2 13 0,2-14 0,-83 304 0,26-118 0,51-164 0,-50 163 0,27-129-1365,23-47-5461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28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3607 24575,'107'-107'0,"529"-507"0,-547 529 0,9-7 0,66-79 0,-106 107 0,289-294 0,-328 340 0,155-148 0,387-318 0,-197 188 0,124-45 0,-316 232 0,34-23 0,-138 88 0,-20 14 0,-1-3 0,57-51 0,-53 33 0,46-41 0,-61 60 0,37-42 0,23-20 0,-76 75-1365,-4 3-5461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2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0 192 24575,'163'-51'0,"2"7"0,317-41 0,-465 83 0,112-7 0,-126 9 0,1 0 0,-1 0 0,0 0 0,1 1 0,-1-1 0,1 1 0,-1 0 0,0 0 0,1 0 0,-1 0 0,0 1 0,0 0 0,0-1 0,0 1 0,0 0 0,-1 0 0,1 0 0,0 1 0,4 4 0,-4-1 0,1 0 0,-1 0 0,0 0 0,-1 1 0,0-1 0,0 1 0,0 0 0,0-1 0,0 9 0,3 46 0,-2 0 0,-7 97 0,1-101 0,-8 375-1365,11-409-5461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7:49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3542 24575,'13'-1'0,"0"0"0,-1-1 0,1 0 0,-1-1 0,1 0 0,-1-1 0,0 0 0,13-7 0,17-7 0,4-1 0,58-34 0,189-149 0,31-67 0,-204 164 0,350-323 0,-289 248 0,100-92 0,5 56 0,-221 170 0,211-145 0,-170 120 0,67-47 3,178-123-584,888-556 465,-947 638 627,-142 81-328,-81 39-1548,-55 30-5461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7:5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24575,'149'-6'0,"-43"0"0,550 2 0,-397 5 0,-254-2 0,1 1 0,0 0 0,0 1 0,-1-1 0,1 1 0,0 1 0,-1-1 0,1 1 0,0 0 0,-1 0 0,0 0 0,0 1 0,0-1 0,0 2 0,0-1 0,0 0 0,-1 1 0,1 0 0,-1 0 0,5 6 0,-1 2 0,-1-1 0,0 1 0,-1 0 0,-1 1 0,1-1 0,-2 1 0,0 0 0,2 14 0,1 13 0,3 59 0,-7-19 40,-3 1 0,-14 95 0,-42 157-1525,50-297-5341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1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0 24575,'-9'1'0,"0"0"0,0 1 0,0 0 0,-17 6 0,1 0 0,-6 2 0,-40 19 0,49-19 0,0-1 0,-1-1 0,0-1 0,-24 5 0,-4-6 0,-31 6 0,80-11 0,0-1 0,0 1 0,0-1 0,0 1 0,1 0 0,-1 0 0,0-1 0,1 1 0,-1 0 0,1 1 0,-1-1 0,1 0 0,-1 0 0,1 1 0,0-1 0,-2 3 0,0 1 0,1-1 0,0 1 0,0 0 0,-3 10 0,-3 22 0,1 0 0,2 0 0,-1 69 0,3-48 0,-21 544-384,25 1-1,38-70 513,39 138 513,-59-501-641,-9-93 0,0 92 0,-12 381 0,2-545 0,0 0 0,0 1 0,0-1 0,1 0 0,0 1 0,1 6 0,-1-10 0,-1-1 0,1 1 0,0-1 0,0 1 0,0-1 0,0 0 0,0 1 0,0-1 0,0 0 0,0 0 0,0 1 0,0-1 0,1 0 0,-1 0 0,0-1 0,1 1 0,-1 0 0,1 0 0,-1-1 0,1 1 0,-1 0 0,3-1 0,13 4 0,1-2 0,0 0 0,0-1 0,32-3 0,-17 1 0,497-4-1365,-509 5-5461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12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24575,'716'12'0,"-693"-11"0,-12-2 0,1 1 0,-1 1 0,0 0 0,16 4 0,-24-4 0,0 0 0,0 0 0,0 1 0,0-1 0,0 0 0,0 1 0,-1 0 0,1 0 0,0 0 0,-1 0 0,0 0 0,1 0 0,-1 1 0,0-1 0,0 1 0,0 0 0,-1-1 0,1 1 0,2 6 0,0 2 0,-1 0 0,0 1 0,-1-1 0,2 21 0,-2 55 0,-20 211-445,-19 4-786,24-206 1244,4-23-105,-47 383-1797,18 4 1368,23 63-62,44-1-424,-12-410 806,39 141-1,52 100 4023,-94-305-3432,-2 1 1,-2 0-1,-2 0 1,-2 0 0,-2 95-1,-4-137-389,0-2 0,0 0 0,0 1 0,-1-1 0,-1 9 0,1-11 0,-1-1 0,1 1 0,0-1 0,0 1 0,-1-1 0,0 0 0,1 1 0,-1-1 0,0 0 0,0 0 0,0 0 0,-2 1 0,-10 7 0,0-1 0,-1 0 0,1-2 0,-1 1 0,-1-2 0,-19 6 0,-104 23 0,95-25 0,-50 9 0,-1-3 0,-167 6 0,-84-25-1365,313 2-5461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1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24575,'0'375'0,"0"-365"0,0-1 0,1 0 0,3 16 0,-3-22 0,0 0 0,0 0 0,0 1 0,0-1 0,1 0 0,0 0 0,-1 0 0,1-1 0,0 1 0,0 0 0,1-1 0,-1 1 0,4 2 0,6 5 0,0 1 0,-1 1 0,-1 0 0,0 0 0,14 23 0,34 74 0,-26-48 0,-28-52 10,0 0 0,0 0 1,-1 0-1,-1 0 0,1 1 0,-1-1 0,0 13 0,0 8-325,-3 29 1,0-34-503,1 0-6009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15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24575,'0'-2'0,"0"1"0,0-1 0,1 0 0,-1 1 0,1-1 0,-1 1 0,1-1 0,-1 1 0,1-1 0,0 1 0,0 0 0,0-1 0,0 1 0,0 0 0,1-2 0,21-16 0,-17 14 0,18-14 0,36-21 0,-47 33 0,1 0 0,-1 1 0,1 0 0,0 2 0,15-5 0,-6 4 0,11-3 0,0 1 0,56-3 0,-80 9 0,1 2 0,-1-1 0,1 1 0,-1 0 0,1 1 0,-1 1 0,0 0 0,1 0 0,-1 1 0,-1 0 0,1 0 0,-1 1 0,10 6 0,-7-2 0,-1 0 0,1 1 0,-2 0 0,1 1 0,-1 0 0,-1 1 0,0-1 0,-1 2 0,0-1 0,-1 1 0,0 1 0,-1-1 0,0 1 0,-1 0 0,-1 0 0,0 1 0,2 22 0,-3-15 0,-2 0 0,0 0 0,-1 0 0,-1 0 0,-1-1 0,-2 1 0,-8 33 0,5-31 0,-2 1 0,-1-1 0,-1 0 0,-1-1 0,-1-1 0,-18 24 0,5-10 0,-3-2 0,0 0 0,-51 42 0,59-58 0,-1-1 0,-1-1 0,-1-1 0,0-1 0,-1-1 0,-46 17 0,58-26 0,-1 0 0,-19 2 0,18-5 0,27-7 0,301-79 0,-185 53 0,-115 29 0,16-5 0,1 1 0,30-2 0,-51 8 0,-1 1 0,1 0 0,0 0 0,-1 1 0,1 0 0,-1 0 0,1 1 0,-1 0 0,0 0 0,0 1 0,14 7 0,-10-3 0,-1 1 0,0 0 0,-1 1 0,0 0 0,0 0 0,-1 1 0,0 1 0,-1-1 0,8 13 0,3 11 0,29 66 0,-43-88 0,0 1 0,-1 0 0,0 0 0,-1 0 0,2 25 0,-4-31 0,-1 0 0,0 1 0,-1-1 0,0 0 0,0 0 0,0 1 0,-1-1 0,0 0 0,0-1 0,-1 1 0,0 0 0,-5 9 0,-6 3 0,0 0 0,-1 0 0,-29 25 0,-58 42 0,-94 46 0,131-91 0,41-27-170,0-1-1,0-2 0,-1 0 1,-1-1-1,1-2 0,-2-1 1,-26 4-1,29-7-6655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1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24575,'213'0'0,"-206"0"0,-1 0 0,1 0 0,-1 1 0,1 0 0,-1 0 0,0 1 0,0-1 0,1 1 0,-1 1 0,-1-1 0,1 1 0,0 0 0,0 0 0,-1 1 0,0 0 0,0 0 0,0 0 0,6 6 0,-1 3 0,0-1 0,0 2 0,-1-1 0,0 1 0,-2 1 0,0-1 0,0 1 0,-1 1 0,-1-1 0,0 1 0,3 23 0,-5-16 0,0 1 0,-2-1 0,-1 0 0,0 1 0,-2-1 0,-1 0 0,-8 34 0,-1-10 0,-27 65 0,30-91 0,-1 0 0,-1 0 0,-1-1 0,-1 0 0,-17 19 0,-87 80 0,38-40 0,77-78 0,0 1 0,0 0 0,0 1 0,0-1 0,0 0 0,1 1 0,-1-1 0,-1 4 0,3-6 0,0 1 0,-1-1 0,1 1 0,0-1 0,0 0 0,0 1 0,0-1 0,0 1 0,0-1 0,0 1 0,0-1 0,0 0 0,1 1 0,-1-1 0,0 1 0,0-1 0,0 0 0,0 1 0,1-1 0,-1 0 0,0 1 0,0-1 0,1 1 0,0 0 0,0 0 0,0-1 0,0 1 0,0 0 0,0-1 0,0 1 0,0-1 0,0 1 0,0-1 0,2 1 0,14 2 0,-1 0 0,0-2 0,0 1 0,1-2 0,20-2 0,87-14 0,-94 12 0,39-8 0,-28 4 0,0 2 0,42-1 0,-70 6-121,0 0 0,0-1-1,-1-1 1,16-5-1,-18 5-636,10-2-6068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18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1079 24575,'-3'0'0,"0"1"0,0 0 0,0 1 0,1-1 0,-1 0 0,0 1 0,1 0 0,-1-1 0,1 1 0,-1 0 0,-1 2 0,-4 2 0,-7 7 0,0-1 0,-13 16 0,21-21 0,1 0 0,0 1 0,1-1 0,0 2 0,0-1 0,-5 12 0,9-17 0,0-1 0,0 1 0,0 0 0,0 0 0,1 0 0,-1 0 0,1 0 0,0 0 0,0 1 0,0-1 0,0 0 0,1 0 0,-1 0 0,1 0 0,0 0 0,1 5 0,0-4 0,0-1 0,1 1 0,-1-1 0,1 0 0,-1 1 0,1-1 0,0 0 0,0 0 0,0-1 0,1 1 0,3 2 0,3 0 0,-1 0 0,2 0 0,-1-1 0,0 0 0,1-1 0,0 0 0,0-1 0,14 2 0,-5-2 0,1-1 0,-1-1 0,0-1 0,29-5 0,-37 3 0,0 0 0,0 0 0,0-1 0,-1-1 0,1 0 0,-1 0 0,0-1 0,13-11 0,-4 2 0,-2 0 0,0-2 0,0 0 0,-2-1 0,25-34 0,-40 50 0,0 1 0,0-1 0,0 1 0,0-1 0,0 0 0,0 1 0,-1-1 0,1 0 0,0 0 0,-1 0 0,0 1 0,1-1 0,-1 0 0,0 0 0,0 0 0,0 0 0,0 0 0,0 0 0,-1 0 0,0-2 0,0 2 0,0 0 0,-1-1 0,1 1 0,0 0 0,-1 1 0,0-1 0,0 0 0,1 0 0,-1 1 0,0-1 0,0 1 0,0-1 0,-1 1 0,-2-1 0,-251-110 0,159 74 0,68 23 0,-1 0 0,2-2 0,-33-26 0,-37-22 0,70 50 0,0-3 0,1 0 0,1-1 0,1-2 0,0-1 0,2 0 0,-21-28 0,36 39 0,0 0 0,2 0 0,-1-1 0,1 0 0,1 0 0,0 0 0,1-1 0,0 0 0,1 1 0,1-1 0,0-1 0,0 1 0,2 0 0,-1 0 0,2-1 0,0 1 0,0 0 0,1 0 0,5-16 0,-2 12 0,0 1 0,2-1 0,0 1 0,0 1 0,2-1 0,0 2 0,1-1 0,0 1 0,1 0 0,0 1 0,2 1 0,-1-1 0,1 2 0,16-11 0,-1 3 0,0 2 0,1 1 0,53-21 0,-67 31 0,0 1 0,0 1 0,1 1 0,-1 0 0,1 0 0,-1 2 0,1 0 0,0 1 0,0 0 0,18 4 0,-28-3 0,0 0 0,-1 1 0,1 0 0,0 0 0,0 0 0,-1 1 0,1 0 0,-1 0 0,0 0 0,0 1 0,0 0 0,8 8 0,-8-6 0,0 0 0,0 1 0,-1 0 0,0 0 0,0 0 0,-1 0 0,0 1 0,4 13 0,-1 7 0,-1 1 0,-2 0 0,0 1 0,-3 38 0,0-43 0,-1 37 0,-8 71 0,5-106 0,-1 0 0,-2 0 0,0 0 0,-2-1 0,-13 28 0,-39 61-1365,36-70-5461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0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 0 24575,'-160'12'0,"92"-4"0,-170 17 0,-53 5 0,-280-8 0,462-21 0,105-1 0,0 0 0,1 1 0,-1-1 0,0 1 0,1 0 0,-1 0 0,1 1 0,-1-1 0,1 1 0,0 0 0,-1-1 0,1 1 0,-4 4 0,3-2 0,0 0 0,0 0 0,1 1 0,-1-1 0,1 1 0,0 0 0,1-1 0,-4 8 0,0 8 0,0 0 0,1 1 0,-5 39 0,10-57 0,-20 420-990,20-373 676,2 1072-2654,2-229 4157,-17-646 1894,-2-88-3083,8 0 0,6 0 0,27 214 0,-25-363 0,1 5 0,0 1 0,1-1 0,6 19 0,-8-31 0,0 0 0,1 1 0,-1-1 0,1 0 0,-1 0 0,1 0 0,0 0 0,0 0 0,1-1 0,-1 1 0,0-1 0,1 1 0,0-1 0,-1 0 0,1 0 0,0 0 0,0 0 0,0 0 0,0-1 0,5 2 0,8 0 0,1 0 0,0-2 0,0 0 0,0 0 0,1-2 0,28-4 0,-23 3 0,239-30 0,-2 0 0,5 21 0,-167 9 0,0-4 0,104-20 0,-132 17-1365,-45 6-5461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03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 24575,'4'0'0,"0"-1"0,1 0 0,-1 0 0,0-1 0,0 1 0,0-1 0,0 0 0,7-4 0,5-3 0,58-25 0,-5 2 0,81-27 0,-127 51 0,0 2 0,1 1 0,0 0 0,0 2 0,1 1 0,-1 1 0,43 3 0,-61 0 0,1-1 0,-1 1 0,0 0 0,1 0 0,-1 1 0,0 0 0,-1 0 0,1 0 0,0 1 0,-1 0 0,0 0 0,0 0 0,0 1 0,0-1 0,-1 1 0,0 0 0,4 7 0,1 1 0,0 1 0,-1 1 0,-1-1 0,-1 1 0,9 29 0,-7-14 0,-1 0 0,-2 0 0,-1 1 0,-1 0 0,-2 0 0,-1-1 0,-2 1 0,0 0 0,-3 0 0,0-1 0,-15 46 0,12-52 0,-1-1 0,-1 0 0,-1-1 0,-1 0 0,-1 0 0,-1-1 0,-1-1 0,0-1 0,-2 0 0,0-1 0,-1 0 0,-1-2 0,-1 0 0,-34 21 0,17-16 0,-57 25 0,93-46 0,0 0 0,0 1 0,0-1 0,0 0 0,0 1 0,0-1 0,0 1 0,0-1 0,0 1 0,0-1 0,0 1 0,0 0 0,1 0 0,-1-1 0,0 1 0,0 0 0,1 0 0,-1 0 0,0 0 0,0 1 0,1-2 0,0 1 0,0-1 0,1 1 0,-1-1 0,0 0 0,0 1 0,0-1 0,0 0 0,1 1 0,-1-1 0,0 0 0,0 0 0,1 1 0,-1-1 0,0 0 0,0 0 0,1 1 0,-1-1 0,0 0 0,1 0 0,0 1 0,16 5 0,10-1 0,0-1 0,34 2 0,57-4 0,74-10 0,-26 0 0,185-5 0,-295 10-1365,-37 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0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24575,'50'0'0,"122"2"0,-128 1 0,82 16 0,-74-7 0,-1 1 0,0 3 0,-1 2 0,66 34 0,-107-46 0,0-1 0,0 1 0,0 0 0,-1 1 0,0 0 0,0 0 0,12 17 0,-17-20 0,0 0 0,0 1 0,-1-1 0,1 1 0,-1 0 0,0 0 0,-1-1 0,1 1 0,-1 0 0,0 1 0,0-1 0,-1 0 0,1 0 0,-1 0 0,0 0 0,-1 0 0,1 1 0,-3 6 0,0-1 0,-1-1 0,0 1 0,-1 0 0,0-1 0,-1 0 0,-11 15 0,-47 53 0,50-64 0,-1 0 0,0-1 0,-1 0 0,-22 12 0,-71 35 0,9-6 0,97-52 0,-1 0 0,1 0 0,0 0 0,0 0 0,0 1 0,-2 2 0,5-5 0,0 1 0,-1-1 0,1 0 0,0 0 0,0 1 0,0-1 0,0 0 0,0 1 0,-1-1 0,1 0 0,0 1 0,0-1 0,0 0 0,0 1 0,0-1 0,0 0 0,0 1 0,0-1 0,0 0 0,0 0 0,0 1 0,0-1 0,0 0 0,1 1 0,-1-1 0,0 0 0,0 1 0,0-1 0,1 1 0,0 0 0,0 0 0,0-1 0,0 1 0,0 0 0,0-1 0,0 1 0,0-1 0,0 1 0,1-1 0,-1 0 0,2 1 0,32 4 0,0-1 0,0-2 0,46-3 0,-31 0 0,36-1 0,91 3 0,-173-1 0,0 1 0,0-1 0,0 1 0,-1 0 0,1 0 0,0 0 0,0 1 0,-1-1 0,1 1 0,0 0 0,-1 0 0,0 0 0,0 1 0,1-1 0,-1 1 0,-1-1 0,1 1 0,3 4 0,-4-3 0,1 0 0,-1 0 0,0 0 0,0 0 0,-1 0 0,1 1 0,-1-1 0,0 1 0,0-1 0,0 1 0,-1-1 0,0 1 0,0 0 0,0-1 0,-1 6 0,0-1 0,-1 0 0,0-1 0,-1 1 0,1-1 0,-2 1 0,-4 9 0,-31 46 0,31-53 0,-7 12 24,-1-2 0,-1 0 0,-1 0 0,-29 24 0,33-33-210,0-1 1,0-1-1,-2 0 0,1-1 1,-1-1-1,0 0 1,-28 8-1,6-6-6640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09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905 1 24575,'-666'0'0,"649"0"0,9 0 0,0 0 0,0 0 0,0 1 0,-14 2 0,20-2 0,-1 0 0,0 0 0,1 0 0,-1 0 0,1 1 0,0-1 0,-1 1 0,1 0 0,0-1 0,0 1 0,0 0 0,0 0 0,0 0 0,0 1 0,1-1 0,-1 0 0,-1 4 0,-7 17 0,1 0 0,2 0 0,0 1 0,1 0 0,-3 29 0,1-6 0,-3 9 0,-48 320 0,58-371 0,1 0 0,0 0 0,0 0 0,0 0 0,0 0 0,1 0 0,0 0 0,0 0 0,1 0 0,3 8 0,-4-11 0,1 1 0,0-1 0,-1 0 0,1 0 0,0 0 0,0 0 0,1 0 0,-1 0 0,0 0 0,1-1 0,-1 1 0,1-1 0,-1 0 0,1 1 0,0-1 0,-1-1 0,1 1 0,0 0 0,4 0 0,2 0 0,0 0 0,0 0 0,0-1 0,0-1 0,14-1 0,47-13 0,-46 8 0,24-4 0,1 3 0,-1 1 0,89-1 0,-109 9 0,0 1 0,0 1 0,-1 1 0,1 2 0,-1 1 0,0 1 0,-1 1 0,30 14 0,-35-11 0,-1 1 0,0 0 0,-1 1 0,0 2 0,30 31 0,-46-44 0,0 1 0,-1-1 0,1 0 0,-1 1 0,0-1 0,0 1 0,0 0 0,0 0 0,-1 0 0,2 5 0,-3-7 0,1 0 0,-1 0 0,0 0 0,0 1 0,0-1 0,0 0 0,0 0 0,0 0 0,-1 0 0,1 0 0,-1 1 0,1-1 0,-1 0 0,0 0 0,0 0 0,0 0 0,0-1 0,0 1 0,0 0 0,-1 0 0,-2 2 0,-7 6 0,0-1 0,-1 0 0,0 0 0,-1-2 0,0 0 0,-17 7 0,-87 29 0,-70 6 120,147-42-615,-2-2 0,-68 1 0,87-6-6331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12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658 0 24575,'-5'0'0,"0"1"0,1 0 0,-1 0 0,0 0 0,1 1 0,-1-1 0,1 1 0,0 0 0,-5 3 0,2-2 0,-31 18 0,0 1 0,-44 35 0,-65 64 0,114-93 0,-12 11 0,-43 48 0,70-66 0,0 1 0,2 0 0,0 1 0,-20 40 0,31-51 0,1 1 0,-1 1 0,2-1 0,0 1 0,1-1 0,0 1 0,1 0 0,0-1 0,1 1 0,1 0 0,0 0 0,6 24 0,0-10 0,1 0 0,1 0 0,2-1 0,0 0 0,16 25 0,-16-35 0,0-1 0,1 0 0,0 0 0,1-2 0,1 1 0,1-2 0,0 0 0,21 15 0,17 5 0,71 35 0,-117-65 0,45 23 0,34 17 0,-69-35 0,-10-7 0,-7-1 0,0 0 0,1 0 0,-1 0 0,0 0 0,0 0 0,0 0 0,0 0 0,0-1 0,0 1 0,0 0 0,0 0 0,0 0 0,0 0 0,0 0 0,0 0 0,0 0 0,0-1 0,0 1 0,0 0 0,0 0 0,0 0 0,0 0 0,0 0 0,0 0 0,0 0 0,0-1 0,0 1 0,0 0 0,0 0 0,0 0 0,0 0 0,0 0 0,-1 0 0,1 0 0,0 0 0,0-1 0,0 1 0,0 0 0,0 0 0,0 0 0,0 0 0,0 0 0,0 0 0,-1 0 0,1 0 0,0 0 0,0 0 0,0 0 0,0 0 0,-16-15 0,-24-18 0,4 4 0,4 4 0,-2 2 0,-62-34 0,61 38 0,1-1 0,1-2 0,-33-28 0,43 32 0,60 40 0,111 82 0,-29-19 0,42 31 0,-158-114 0,-1-1 0,1 0 0,-1 0 0,1 0 0,0-1 0,0 1 0,-1-1 0,1 1 0,0-1 0,0 0 0,0 0 0,-1 0 0,1 0 0,0-1 0,0 1 0,-1-1 0,1 0 0,0 0 0,-1 0 0,1 0 0,0 0 0,3-3 0,6-3 0,0 0 0,0-2 0,11-10 0,-21 18 0,19-16 0,25-28 0,-41 39 0,0 1 0,-1-1 0,1 0 0,-1 0 0,-1 0 0,1 0 0,-1-1 0,0 1 0,-1-1 0,4-12 0,-6 16 0,0 0 0,1 0 0,-1 0 0,-1 0 0,1 0 0,0 0 0,-1 0 0,0 0 0,1 0 0,-1 0 0,0 1 0,0-1 0,-1 0 0,1 0 0,-1 1 0,1-1 0,-1 1 0,0-1 0,0 1 0,0 0 0,0 0 0,-1 0 0,-2-3 0,-6-2 0,0-1 0,-1 1 0,-24-10 0,16 8 0,-14-9 0,14 7 0,-38-15 0,51 24 0,0 0 0,-1 0 0,1 1 0,0 0 0,-1 0 0,1 0 0,0 1 0,-1 0 0,-11 2 0,-9 5 0,1 0 0,-35 16 0,-1-1 0,-11 4 0,-37 10 0,51-16-1365,36-11-5461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14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24575,'160'6'0,"0"7"0,171 36 0,-269-37 0,-1 3 0,109 42 0,-131-42 0,-23-10 0,26 12 0,-37-14 0,0 0 0,0 1 0,0-1 0,0 1 0,0 0 0,-1 0 0,0 1 0,6 6 0,2 7 0,-1 0 0,0 1 0,-2 0 0,0 1 0,-1 0 0,-1 0 0,7 36 0,-3 3 0,4 92 0,-8 519 0,-9-448 0,0 1012 0,2-748 0,-4-389 0,-4-1 0,-4-1 0,-30 112 0,32-163 0,1 0 0,3 0 0,-2 54 0,8-92 0,0 0 0,0-1 0,-1 1 0,1 0 0,-1 0 0,-1-1 0,1 1 0,-1-1 0,0 1 0,0-1 0,-1 0 0,1 0 0,-1 0 0,0 0 0,-1 0 0,1 0 0,-1-1 0,0 0 0,0 0 0,0 0 0,-1 0 0,1-1 0,-1 1 0,0-1 0,0 0 0,0-1 0,0 1 0,-1-1 0,1 0 0,-9 2 0,-16 2 0,1-1 0,-52 3 0,-64-8 0,83-1 0,-46 1-455,1 5 0,-136 24 0,211-23-6371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1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0 24575,'-45'0'0,"0"2"0,1 2 0,-1 2 0,-51 14 0,88-18 0,0 0 0,1 1 0,-1 0 0,-11 6 0,16-7 0,1 0 0,-1 0 0,0 0 0,1 1 0,0-1 0,-1 0 0,1 1 0,0 0 0,0-1 0,0 1 0,1 0 0,-1 0 0,1 0 0,-2 5 0,-1 6 0,0 1 0,1 0 0,-2 29 0,3 49 0,3-54 0,7 1093-683,-8 1194 683,-25-1727 364,1-49-45,24-526-319,1 55 0,-1-77 0,0 0 0,0 0 0,0 0 0,0 0 0,1 0 0,-1 0 0,1 0 0,0 0 0,-1 0 0,1 0 0,0 0 0,0-1 0,0 1 0,0 0 0,1-1 0,1 3 0,-1-2 0,0-1 0,1 0 0,-1 1 0,1-1 0,-1 0 0,1 0 0,-1-1 0,1 1 0,0 0 0,-1-1 0,1 0 0,4 1 0,21-1 0,1-2 0,-1 0 0,46-11 0,-56 10 0,247-55-370,326-114 0,-460 121-378,-113 45-5955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17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58 24575,'6'-6'0,"0"0"0,0 1 0,1 0 0,0 1 0,0-1 0,0 1 0,1 0 0,-1 1 0,1 0 0,0 0 0,0 1 0,14-3 0,-11 4 0,-1 0 0,1 1 0,-1 0 0,1 1 0,0 0 0,-1 1 0,0 0 0,1 0 0,14 6 0,-7 0 0,0 0 0,0 1 0,-1 0 0,0 2 0,-1 0 0,0 1 0,0 0 0,-2 1 0,1 1 0,-2 0 0,0 1 0,11 17 0,-20-25 0,0-1 0,-1 0 0,0 1 0,0 0 0,-1 0 0,0 0 0,0 0 0,0 0 0,-1 0 0,0 1 0,-1-1 0,1 0 0,-1 1 0,-2 12 0,0-9 0,-1-1 0,0 1 0,0-1 0,-1 0 0,0 0 0,-1 0 0,0-1 0,-1 1 0,-9 11 0,-35 39 0,-113 104 0,0-1 0,159-158 0,-3 2 0,0 1 0,0 1 0,1-1 0,-5 11 0,10-18 0,0 1 0,0 0 0,0-1 0,1 1 0,-1 0 0,1 0 0,-1-1 0,1 1 0,-1 0 0,1 0 0,0 0 0,0-1 0,0 1 0,0 0 0,0 0 0,1 0 0,-1 0 0,0-1 0,1 1 0,-1 0 0,1 0 0,0-1 0,-1 1 0,1 0 0,0-1 0,0 1 0,0-1 0,0 1 0,1-1 0,1 2 0,1 0 0,0 1 0,1-2 0,-1 1 0,1 0 0,0-1 0,0 0 0,6 2 0,42 10 0,-50-14 0,61 12-4,98 5 0,70-10-552,-180-6 263,-20-1 183,277 2 148,0-15-1331,-273 10-4676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1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24575,'10'0'0,"-3"0"0,0 0 0,0 0 0,0 0 0,0 1 0,8 2 0,-13-2 0,1 0 0,-1 0 0,0 0 0,1 1 0,-1-1 0,0 0 0,0 1 0,0-1 0,0 1 0,-1 0 0,1 0 0,0 0 0,-1 0 0,1 0 0,-1 0 0,1 0 0,-1 0 0,1 3 0,2 5 0,-1-1 0,0 1 0,-1-1 0,0 1 0,0 0 0,0 11 0,-2 64 0,-1-53 0,1 0 0,1-6 0,-6 41 0,4-58 0,-1 0 0,0 0 0,0-1 0,-1 1 0,-1-1 0,1 0 0,-1 0 0,-8 12 0,2-7 0,0 0 0,-1 0 0,-1-1 0,0-1 0,-1 0 0,-14 9 0,-88 50 0,100-61 0,-39 17 0,45-20 0,26-10 0,104-37 0,36-11 0,-145 49 0,181-45 0,-154 41 0,0 1 0,0 2 0,41 1 0,-67 4 0,0-1 0,0 2 0,0-1 0,24 8 0,-32-7 0,0 0 0,0 0 0,-1 0 0,1 1 0,-1-1 0,1 1 0,-1 0 0,0 1 0,0-1 0,0 1 0,-1-1 0,1 1 0,-1 0 0,0 1 0,3 5 0,1 4 0,0 1 0,-1-1 0,-1 1 0,0 1 0,-1-1 0,-1 1 0,2 17 0,-1 113 0,-4-141 0,0 8 0,-2 1 0,1 0 0,-2 0 0,0-1 0,0 0 0,-1 1 0,-1-1 0,0-1 0,-1 1 0,0-1 0,-1 0 0,-16 21 0,8-15 0,-1-1 0,0-1 0,-1 0 0,-1-1 0,0-1 0,-40 23 0,2-7 0,-2-2 0,-1-3 0,0-2 0,-75 17 0,99-33 0,-50 5 0,-5-1 0,68-6-119,4-1 244,-28 2 1,42-5-251,-1-1 1,1 0-1,-1-1 0,0 1 0,1-1 1,-1 1-1,1-1 0,0-1 0,-1 1 0,1-1 1,-6-2-1,-15-13-6701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20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24575,'32'1'0,"51"-3"0,-73 1 0,1-1 0,-1 0 0,-1 0 0,1-1 0,0 0 0,11-6 0,55-34 0,2-1 0,-64 38 0,0 0 0,0 1 0,30-7 0,20-4 0,-43 10 0,1 0 0,39-3 0,-48 8 0,0 1 0,0 0 0,-1 1 0,1 1 0,16 4 0,-22-5 0,-1 1 0,1 1 0,-1-1 0,0 1 0,1 0 0,-1 1 0,-1 0 0,1 0 0,0 0 0,-1 0 0,7 8 0,-8-7 14,-1 0-1,1 1 0,-1-1 0,0 1 1,-1-1-1,0 1 0,0 0 1,3 11-1,-1 4-756,2 25 1,-4-27-6084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22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24575,'12'0'0,"0"-1"0,-1-1 0,16-3 0,6-2 0,557-51 0,6 51 0,-582 7 0,0 0 0,1 1 0,14 4 0,-23-3 0,0-1 0,0 1 0,-1 1 0,1-1 0,-1 1 0,0 0 0,1 0 0,-1 0 0,8 8 0,-2 1 0,0-1 0,-1 1 0,0 1 0,-1 0 0,0 0 0,8 19 0,36 92 0,-51-119 0,30 87-33,-4 1-1,18 101 0,8 198-653,-25 23 687,-10-116 0,-15-253 11,25 222 109,6-83 564,35 204-711,-43-240 27,7 48 0,-24-89 0,-5 0 0,-9 112 0,-12-27 0,0 21 0,13-89 0,2-22 0,-21 154 0,12-204 0,-2 12 0,3 1 0,-1 82 0,12-83 0,-1 45 0,-2-89 0,0-1 0,-2 1 0,-6 23 0,8-40 0,1-1 0,-1 1 0,0-1 0,0 1 0,-1-1 0,1 0 0,-1 0 0,0 0 0,0 0 0,0 0 0,0 0 0,0 0 0,0 0 0,-1-1 0,0 1 0,1-1 0,-1 0 0,0 0 0,0 0 0,0 0 0,0 0 0,-6 2 0,-13 1 0,1 0 0,-1-1 0,-1-1 0,1-1 0,-36-1 0,27-1 0,-410-25 0,154 1 0,53 20 0,227 4-107,4 0-7,0 0 0,1 0-1,-1 0 1,0 0-1,0 0 1,1-1 0,-1 1-1,1-1 1,-1 1-1,-4-3 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2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24575,'20'-6'0,"0"-1"0,33-17 0,10-4 0,-2 9 0,0 2 0,0 3 0,1 3 0,92-6 0,257 15 0,-29 25-1365,-349-19-5461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2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24575,'11'0'0,"17"-5"0,20-3 0,13 1 0,9 1 0,10 2 0,9-1 0,7 0 0,3 1 0,-2 2 0,-6 0 0,-11 1 0,-11 1 0,-11 0 0,-16 0-8191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56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24575,'792'0'0,"-785"0"0,2 0 0,-1 0 0,1 0 0,0 1 0,-1 0 0,10 3 0,-16-3 0,0-1 0,0 1 0,1 0 0,-1 0 0,0 1 0,0-1 0,0 0 0,-1 1 0,1-1 0,0 1 0,0-1 0,-1 1 0,1 0 0,-1 0 0,0 0 0,1-1 0,-1 1 0,0 1 0,0-1 0,0 0 0,0 0 0,-1 0 0,2 5 0,-1 8 0,1 0 0,-2 0 0,0 0 0,-1 0 0,-5 28 0,4-35 0,1 0 0,-2-1 0,1 1 0,-1 0 0,0-1 0,0 0 0,-1 1 0,0-2 0,0 1 0,-1 0 0,-5 5 0,-5 4 0,-1 0 0,-29 20 0,29-24 0,0 1 0,1 1 0,0 0 0,-13 18 0,7-1 0,2 2 0,-25 55 0,-16 28 0,25-63 0,19-30 0,0 2 0,-14 30 0,30-54 0,-1 0 0,0 0 0,1 1 0,0-1 0,-1 1 0,1-1 0,0 0 0,-1 1 0,1-1 0,0 1 0,0-1 0,0 0 0,1 1 0,-1-1 0,0 1 0,0-1 0,1 0 0,-1 1 0,1-1 0,0 3 0,0-3 0,1 1 0,-1 0 0,1-1 0,-1 1 0,1-1 0,0 1 0,-1-1 0,1 0 0,0 0 0,0 0 0,0 0 0,2 1 0,6 1 0,-1 0 0,0-1 0,0 0 0,1 0 0,10-1 0,22-1 0,0-2 0,53-9 0,-69 8 0,24-4 0,-6 0 0,64-1 0,-38 9-1365,-50-1-5461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56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24575,'6'0'0,"4"2"0,9 5 0,9 5 0,13 4 0,17 8 0,8 4 0,10 6 0,9 6 0,10 6 0,7 10 0,-7-6 0,-16-10 0,-22-13-8191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3:5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24575,'0'6'0,"0"17"0,-3 17 0,-1 14 0,-4 6 0,-5 10 0,-5 1 0,-2-1 0,-4 1 0,1-1 0,-2-3 0,3-6 0,5-4 0,4-13 0,3-8 0,4-7 0,2-9-8191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00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24575,'31'-6'0,"-1"2"0,1 1 0,59 2 0,-76 3 0,0 0 0,0 1 0,-1 0 0,0 1 0,1 1 0,-1 0 0,21 12 0,-11-3 0,0 1 0,0 1 0,20 19 0,-30-22 0,0 0 0,-1 1 0,-1 0 0,0 0 0,-1 1 0,-1 1 0,0 0 0,-1 0 0,0 1 0,5 21 0,-5-13 0,-2 0 0,-1 0 0,-1 0 0,-1 1 0,-2 0 0,-2 43 0,0-53 0,-2-1 0,0 0 0,-1 0 0,0 0 0,-1 0 0,-1 0 0,0-1 0,-1 0 0,-1 0 0,0-1 0,0 0 0,-2-1 0,-15 18 0,-3-2 0,-1-1 0,-1-2 0,-2 0 0,-36 21 0,52-37 0,-1 0 0,1-1 0,-1-1 0,-1 0 0,1-2 0,-1 0 0,0-1 0,-30 4 0,161-40 0,80-22 0,106-22 0,-22 30 120,1 27-1605,-234 19-5341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01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24575,'47'-15'0,"1"1"0,0 2 0,0 3 0,77-6 0,-112 14 0,0 1 0,0 0 0,0 1 0,0 1 0,0 0 0,0 0 0,18 7 0,-24-6 0,0 0 0,0 0 0,0 1 0,0 0 0,-1 0 0,0 1 0,0 0 0,0 0 0,0 0 0,-1 1 0,0 0 0,0 0 0,8 13 0,-6-6 0,-1 1 0,0 0 0,0 0 0,-2 1 0,0 0 0,0-1 0,-1 1 0,-1 0 0,-1 1 0,0-1 0,-1 0 0,-2 18 0,0-15 0,0-1 0,-2 1 0,0 0 0,-1-1 0,0 0 0,-2 0 0,0-1 0,0 0 0,-2 0 0,-10 15 0,13-24 0,0 0 0,0 0 0,0-1 0,-1 0 0,0 0 0,-13 9 0,-2-3 0,-24 12 0,20-12 0,10-3 0,16-9 0,0 0 0,0 0 0,0 0 0,0 0 0,-1 0 0,1 0 0,0 0 0,0 0 0,0 0 0,0 1 0,0-1 0,-1 0 0,1 0 0,0 0 0,0 0 0,0 0 0,0 0 0,0 1 0,0-1 0,0 0 0,-1 0 0,1 0 0,0 0 0,0 0 0,0 1 0,0-1 0,0 0 0,0 0 0,0 0 0,0 0 0,0 1 0,0-1 0,0 0 0,0 0 0,0 0 0,0 1 0,0-1 0,0 0 0,0 0 0,0 0 0,0 0 0,0 0 0,1 1 0,-1-1 0,0 0 0,0 0 0,0 0 0,0 0 0,0 0 0,0 1 0,0-1 0,1 0 0,-1 0 0,0 0 0,0 0 0,0 0 0,1 0 0,12 3 0,37 1 0,64-4 0,-59-1 0,609 0-1365,-644 1-5461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02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24575,'8'0'0,"19"5"0,19 5 0,9 9 0,6 7 0,2 6 0,5 7 0,-2-1 0,-13-2 0,-13-6 0,-8-1 0,-6-5 0,-3-4 0,-2-5 0,-4-6-8191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04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24575,'-8'149'0,"1"-47"0,7-94 0,-1-1 0,1 1 0,-1 0 0,-1-1 0,0 1 0,1-1 0,-2 0 0,1 0 0,-1 0 0,-1 0 0,1 0 0,-1 0 0,0-1 0,0 0 0,-1 0 0,-10 11 0,-18 12 0,24-23 0,1 1 0,0 0 0,1 1 0,0-1 0,0 1 0,0 0 0,1 1 0,-8 15 0,6-4-273,2 0 0,1 0 0,0 1 0,-2 26 0,3-10-6553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0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24575,'3'0'0,"0"1"0,0-1 0,0 1 0,0-1 0,0 1 0,0 0 0,0 0 0,-1 0 0,1 0 0,0 1 0,-1-1 0,1 1 0,-1 0 0,1-1 0,-1 1 0,0 0 0,4 5 0,2 2 0,-2 0 0,1 1 0,6 14 0,-12-23 0,13 27 0,-2 1 0,-1 0 0,-1 0 0,11 57 0,9 128 0,-18-105 0,17 167 0,-26-245-1365,1-9-5461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0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0 210 24575,'597'-27'0,"152"-10"-31,2 36-540,-366 3 494,-238-1 87,178-3 530,-62-20-392,-58 2-167,177 14 19,-265 7 0,-79-3 0,-1-2 0,44-9 0,-3 0 0,231-18 0,-194 20 0,130 5 0,-192 5 0,69-8 0,-51 3 0,99 4 0,-99 3 0,293-1-1365,-343 0-5461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46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24575,'110'-1'0,"136"3"0,-206 1 0,0 2 0,0 1 0,77 24 0,-101-24 0,-1 1 0,28 16 0,-15-6 0,-23-14 0,1 0 0,-1 0 0,0 0 0,-1 1 0,1 0 0,5 5 0,-8-7 0,-1 0 0,0 0 0,0-1 0,0 1 0,0 0 0,0 0 0,0 0 0,0 0 0,0 0 0,-1 1 0,1-1 0,-1 0 0,0 0 0,0 0 0,1 0 0,-1 1 0,-1-1 0,1 0 0,0 0 0,-1 4 0,-2 2 0,0 0 0,0-1 0,-1 1 0,0-1 0,0 0 0,0 1 0,-1-2 0,0 1 0,-9 8 0,-6 5 0,-31 24 0,9-11 0,-1-2 0,-49 27 0,68-44-170,1 2-1,0 1 0,2 1 1,0 1-1,1 0 0,0 2 1,-22 31-1,26-29-6655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47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24575,'1'0'0,"23"-1"0,0 2 0,-1 0 0,1 2 0,25 6 0,11 9 0,0 3 0,-1 2 0,88 49 0,156 114 0,-295-182 0,170 126-203,-133-96-959,-19-14-5664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4:4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736 1 24575,'-3'7'0,"-22"29"0,-31 35 0,21-28 0,25-30 0,-203 251 0,-14-7 0,126-167 90,47-45-1545,42-35-5371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23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24575,'9'0'0,"-1"1"0,0 1 0,10 1 0,12 3 0,218-1 0,-152-6 0,793 1-1365,-857 0-5461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24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24575,'-3'0'0,"0"1"0,0-1 0,0 1 0,0 0 0,0 1 0,0-1 0,0 0 0,0 1 0,0 0 0,1-1 0,-1 1 0,0 0 0,-2 3 0,0-1 0,-13 12 0,0 1 0,2 0 0,0 1 0,0 1 0,2 0 0,1 1 0,0 1 0,1 0 0,-10 26 0,20-42 0,0 1 0,0-1 0,0 1 0,1-1 0,-1 1 0,1 8 0,1-12 0,0 1 0,0 0 0,0 0 0,1-1 0,-1 1 0,1 0 0,0-1 0,0 1 0,0-1 0,0 1 0,0-1 0,0 1 0,1-1 0,-1 0 0,4 4 0,8 8 0,0-1 0,1-1 0,0-1 0,1 0 0,0 0 0,28 13 0,106 40 0,-118-52 0,276 110 0,-204-84-1365,-80-32-5461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2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 24575,'5'0'0,"-1"0"0,1 1 0,0 0 0,-1 0 0,1 1 0,-1-1 0,1 1 0,-1 0 0,1 0 0,-1 1 0,0-1 0,0 1 0,0 0 0,-1 0 0,1 0 0,-1 0 0,1 1 0,-1-1 0,0 1 0,-1 0 0,1 0 0,0 0 0,3 8 0,-1 6 0,-1-1 0,0 1 0,-1 0 0,-1 0 0,-1 0 0,-1 0 0,-1 21 0,0-31 0,0 0 0,-1 0 0,1 0 0,-2 0 0,1 0 0,-1 0 0,0-1 0,-1 1 0,0-1 0,0 0 0,0 0 0,-1 0 0,0-1 0,-1 0 0,-8 9 0,-8 4 0,-1-1 0,0-1 0,-28 14 0,7-3 0,-233 170 0,269-192 0,-24 19 0,30-23 0,0 0 0,0 1 0,0-1 0,0 0 0,0 1 0,1-1 0,-1 1 0,1 0 0,0-1 0,-2 6 0,3-8 0,0 1 0,0 0 0,0-1 0,0 1 0,-1 0 0,1 0 0,1-1 0,-1 1 0,0 0 0,0 0 0,0-1 0,0 1 0,0 0 0,1-1 0,-1 1 0,0 0 0,1-1 0,-1 1 0,0 0 0,1-1 0,-1 1 0,1-1 0,-1 1 0,1-1 0,-1 1 0,1-1 0,-1 1 0,2 0 0,20 8 0,-17-7 0,27 7 0,0 0 0,0-3 0,65 6 0,99-9 0,239-37 0,-400 28-1365,-8-1-5461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27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24575,'3'0'0,"3"0"0,1 3 0,4 0 0,4 0 0,-1 3 0,2 0 0,7-10 0,8-16 0,6-15 0,0-3 0,-1 0 0,-7 2 0,-5 4 0,-7 5-8191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2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1 274 24575,'50'0'0,"159"-2"0,1-19 0,157-40 0,-67 8 0,-98 4 0,-8 1 0,-120 33 0,0 4 0,98-2 0,163 15-1365,-314-2-5461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3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24575,'2'0'0,"-1"0"0,0 1 0,0-1 0,0 0 0,1 1 0,-1-1 0,0 1 0,0-1 0,0 1 0,0 0 0,0-1 0,0 1 0,0 0 0,0 0 0,0 0 0,1 1 0,13 18 0,-12-15 0,9 17 0,0 0 0,-1 1 0,-2 1 0,10 33 0,-11-32 0,50 163 0,-23-85 0,-35-102 0,1 1 0,-1-1 0,0 1 0,0-1 0,0 1 0,0-1 0,0 1 0,0-1 0,0 0 0,0 1 0,-1-1 0,1 1 0,0-1 0,-1 0 0,1 1 0,-1-1 0,0 0 0,0 0 0,1 1 0,-2 0 0,-2 2 0,1 0 0,-1-1 0,0 0 0,-6 5 0,5-5 0,-99 68 0,1 0 0,56-38 10,-35 28-1385,69-49-5451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2:3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48 634 24575,'-4'-14'0,"1"0"0,1-1 0,1 1 0,-1-25 0,1 11 0,-2-241 0,2 259 0,0 1 0,-1-1 0,0 1 0,-6-19 0,-3-16 0,8 24-341,1 1 0,1 0-1,1-24 1,3 13-6485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54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1520 421 24575,'-9'0'0,"0"1"0,1 0 0,-1 1 0,1 0 0,-15 6 0,-1 0 0,-317 112 0,288-98 0,1 2 0,1 3 0,1 1 0,2 3 0,1 2 0,1 2 0,2 2 0,-52 56 0,63-54 0,1 0 0,2 3 0,2 0 0,2 2 0,-21 48 0,-85 242 0,72-146 0,9 3 0,-44 323 0,28 323 0,67-216 0,1-301 0,-1-319 0,3 110 0,-1-90 0,1 1 0,0-1 0,9 24 0,2-3 0,3 0 0,2-1 0,46 76 0,92 106 0,-119-172 0,11 16 0,232 323 0,-230-315 0,96 108 0,-120-154 0,1-2 0,2-1 0,0-1 0,2-1 0,1-2 0,42 22 0,-12-16 0,73 22 0,-3-1 0,102 30 0,-142-50 0,-87-27 0,476 168 0,-387-127 0,80 32 0,-134-60 0,1-2 0,59 12 0,195 5 0,-185-21 0,-44-3 0,383 15 0,-427-22 0,0-1 0,0 0 0,1-2 0,-2-1 0,1-1 0,-1 0 0,1-2 0,-2 0 0,39-22 0,-19 3 0,0-3 0,-2-1 0,55-56 0,88-121 0,-136 148-78,-2-2 0,-4-2 1,-2-1-1,-3-2 0,-3-2 0,-3-1 0,-3-1 0,17-77 0,-12 6-206,-6 0 0,8-167 0,-23-291-572,-12 500 731,-4 0 0,-35-179-1,-25 26 126,19 80 0,-13-48 929,-9 2-1,-98-209 0,-41-94-928,136 290 0,18 52 0,34 123 0,-29-59 0,-23-22 0,-39-89 0,36 32 0,-57-126 0,117 293 0,-2 1 0,0 0 0,-2 2 0,0 0 0,-2 1 0,-27-24 0,-12-5 0,-81-54 0,133 102 0,-1 0 0,1 1 0,-1-1 0,0 2 0,0-1 0,-1 1 0,1 1 0,-1 0 0,-14-2 0,-9 2 0,-48 2 0,38 0 0,-45 1 0,1 4 0,-161 30 0,162-14-80,1 4 1,2 4-1,-107 52 0,-222 149-240,34 13 320,19 25 0,330-244 0,1 1 0,1 1 0,1 2 0,2 0 0,1 2 0,1 0 0,-18 35 0,15-14 65,2 1-1,3 1 1,-19 79-1,-22 171 288,46-213-323,-34 240-29,32 6 0,20 100-1365,-3-404-5461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5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2702 771 24575,'-27'-15'0,"-32"-22"0,18 10 0,-445-254 0,411 244 0,-148-49 0,-87-2 0,173 51 0,32 8 0,-405-97 0,473 122 0,-1 1 0,-64 3 0,74 1 0,3 1 0,0 0 0,1 2 0,-1 1 0,1 0 0,-46 19 0,20-3 0,-74 45 0,-7 17-1365,106-65-5461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6:5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1 24575,'0'2'0,"0"0"0,0 1 0,0-1 0,-1 0 0,1 0 0,-1 1 0,0-1 0,-1 3 0,-3 7 0,-118 295 0,-21-7 0,14-62 0,129-236 0,0 0 0,0 0 0,0 0 0,0 0 0,1 0 0,-1 0 0,0 0 0,1 0 0,-1 0 0,1 0 0,0 0 0,0 1 0,0-1 0,0 3 0,1-4 0,0 1 0,-1-1 0,1 0 0,0 0 0,0 0 0,0 1 0,0-1 0,0 0 0,0 0 0,1 0 0,-1 0 0,0-1 0,0 1 0,1 0 0,-1 0 0,1-1 0,-1 1 0,0-1 0,1 1 0,-1-1 0,4 1 0,21 4 0,1-1 0,50 3 0,-23-4 0,551 33 0,-395-33-1365,-188-3-5461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15:28:19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4606 1 24575,'-293'44'0,"7"20"0,-6 13 0,174-47 0,34-9 0,-10 4 0,-23 5 0,-155 62 0,-206 129-560,113-49 184,201-100 376,-337 160 0,367-162 0,-207 145 0,298-184 30,-305 238 876,314-237-906,2 2 0,1 1 0,2 2 0,1 0 0,-25 47 0,-98 215 0,91-163-98,6 4 0,7 1 0,5 2 1,7 2-1,7 1 0,-19 276 0,42 201 98,7-533 0,5 0 0,24 126 0,-21-172 0,2-1 0,1 0 0,3-1 0,1-1 0,2 0 0,45 69 0,-25-56 0,2-3 0,2-1 0,64 56 0,163 115 0,-139-126 0,271 146 0,-348-215 0,1-2 0,115 32 0,-89-36 0,130 13 0,87-17 0,-2-18 0,-216 1 0,123-3 0,234-37 0,129-47 0,-414 61-148,-1-7 1,252-92-1,-400 124 146,375-141-106,-8-20 130,333-242-22,-324 137 0,-289 202 0,-9 7 43,66-49 185,-112 79-86,61-65 1,-81 77-99,-2-1 1,-1 0 0,0-1-1,-1-1 1,-1 0-1,-1 0 1,11-37-1,-5 1 108,14-100 0,-22 99-152,-2 0 0,-3-1 0,-2 1 0,-3-1 0,-2 1 0,-2 0 0,-31-110 0,-2 44 0,-60-121 0,-74-114 0,123 256 0,9 17 0,-233-427 0,199 388 0,-188-282 0,-59-6 0,280 363 0,-2 2 0,-85-67 0,109 98 0,0 2 0,-2 0 0,0 1 0,0 1 0,-1 1 0,0 1 0,-1 1 0,-44-9 0,-450-62 24,235 41-540,-1783-153-1833,1863 190 2185,2 18 645,90 7 1297,1 0-1032,27-11-746,-60 10 0,72-9-1365,46-9-5461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18098-9272-4114-97D3-DA683BFFE2C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A4095-2E0C-4E44-BC7E-E0AD9E77E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0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E436AFB-ED6C-3EF4-F8AE-84E62D0365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43B227-A5BD-4BF2-8B07-AFDCE7A0422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BAE6D322-707E-3473-5429-E95778A0A5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00912352-5511-1A6C-709E-3193CBD32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0590EC8-A7F7-EA6D-FFA9-EC45ED8EF2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25DAA1-58D5-4C1B-8782-E0CE9327339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8B4B7BC4-706D-6D2F-5E2E-229DABE83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164AD525-EFAA-AB59-3BEF-B1C974687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05FB99D-CE6B-302A-A4AA-0335811C62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B2BC6D-6DA9-47BC-B67E-CE68B7329D5B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A966FE0A-471B-6AD9-DBB1-E5C48B2768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C6C5B45-4D19-BB7F-BFC9-6C391292A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A98F2F6-1B88-EAED-6CCE-7F1F61A577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8F542E-C646-46B3-B8FA-E38A9659661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CF5A7032-8125-0454-46F3-90EA3E2EEA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3BC5C4A5-7720-2135-1D30-9FF203BF5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FF73-D5EB-AFE3-8D73-0189EC4B5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6AF09-D10F-BCD5-9E6F-0DC4846E5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0ECB-6402-6089-92B9-E2C51F81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25DA1-04CC-9FD9-F4EA-5AC562F8B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5DECD-74F3-A442-AA89-C2A8C324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4E05-F247-4158-DB42-DFA844F4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36BBC-45DB-AE88-B4B4-E66526779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93A3A-81A3-15F9-F1C4-0CD44FFF2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9FC2C-D6C5-910E-3171-D21D8483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94661-9717-7068-58DF-C8DF58F5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0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A5EC0-640E-515C-0B95-32824EB78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E9F98-22F4-58B8-2D22-938EB5527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4E3E-781A-8606-C096-9AE618E8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1EE2B-49A6-0BD3-E4A3-A492BDC1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4A406-BF82-87C5-1047-A46DF68B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7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E6F7B-8CC0-0D64-A6FF-C829F70B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B999F-16FC-BF48-C084-52E8093A8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C3FD5-A738-A944-EC8F-96ABF4112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36BFB-B14F-C8D7-ACA2-451178D19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5FC3D-4392-F9E3-A564-7F978486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33F68-D2C5-07F6-3819-16A6ECC2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7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F44F-E992-E59C-1FC8-1608AF5F7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F97C6-2447-C8BF-BC13-FF56CF5D9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567A9-FF0D-4F17-6777-F45FA0FDB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F97B4-E6AE-1928-471E-4D293666D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F7D2AE-9303-021C-4345-CDC9544A4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71B23-5E94-F62F-D772-1DC6F537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FFBD5-0EE1-103A-14C8-140AE095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75F387-167C-CCC4-5D1A-3298F92A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4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6C6-15DA-688C-6D8C-5087DED4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B16DA-F4D2-FEE6-0B26-DAEEB0E1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72843-4909-C028-77F4-8A964DD7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02FD4-64EF-0A07-95DC-1B1AB537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6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4A328-F15C-917F-2355-BE53F51FD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E50F1-3245-3921-AF52-57621779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B7E11-3EEA-3B2F-6938-E37C75C4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94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5DE8-BD32-F008-F5E9-23677898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E0515-BFD7-08DD-AB93-ABF0710A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C9B67-4ED4-EF64-CF3B-CDDC917CF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EF61A-94CA-2415-0CD5-75196178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453D8-7404-332A-5EB8-B1D2EF02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E8D98-970D-37BE-F93D-13CBDC97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19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F03D-103C-1F61-C046-5EE8EDBB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730D15-8FC0-E620-7DD9-1A0294723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BAF50-9BCB-6E69-46EC-348F9FCFC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44A23-FF3B-3F40-D1D0-175A4B8C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CF042-F951-8832-82CC-241A262B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16E4E-5584-B943-6C62-BA23FEEC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4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DE9D-1FB9-0FF7-FCC8-BB76D11CD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E6361-0B29-DCA4-82B9-6C1DE0228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3F8A5-5028-4A98-0736-DB67B275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AC6C7-8974-2568-AF7D-091A2F7E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B4020-B68B-122A-61B3-DF2B24CD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26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771C69-2656-D0C6-7644-1F58B8EC3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4BB6D-B47C-1B8F-29F6-F634159CE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CDC19-D836-29F9-BCBF-70EDD44C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11C12-F9BE-7C0C-4960-DD18F520E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301FA-F29C-88CA-6FDE-F4D77F9E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07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F30D-D57B-3713-2BA9-3C444EB90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9EEB8-74AA-3538-2494-DCB5081232D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0CE23-A2EC-2DD6-1795-CE3EB0438878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ABD817-E4F1-EF6A-D1F5-B36B46DB8560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649A3B-6FD2-2A42-BD1E-1716BFC71F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C7BC52-C51E-9B51-9B86-45A0DDF5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6B98B2-7395-176D-1F85-72D8FF23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2D667EB4-9E31-4586-8CE1-11AA613A65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2517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A1F3-4AFB-F1B5-7CAA-5B210C64F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D1AD4-AEAE-2808-94C3-7325BFA8AC6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CA527-5460-C9FA-EEBD-9888C2D12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FAB1D-3133-E534-5920-04C5D13AA9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CD82E-1E7C-DD55-ECBB-84FFA8D9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9135B-1E3E-0C74-A0B1-A6BA5B69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56CB450-0D7B-40DC-936E-47E3CB2F5E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281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20732-2765-77CA-A605-D29B2050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604C2-7073-A3AE-975A-28C37D47D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C33D0-9701-AE98-65C2-BB34BCCEF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BE960-4D73-4E9D-A6A7-7E318AF3FFF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AB3D9-35D6-FD3C-4D7E-5102E30FE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9024D-3F09-E137-191F-89FF6E3FB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B74A1-5EB9-4ACC-8581-31EF5AEB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117" Type="http://schemas.openxmlformats.org/officeDocument/2006/relationships/customXml" Target="../ink/ink58.xml"/><Relationship Id="rId21" Type="http://schemas.openxmlformats.org/officeDocument/2006/relationships/image" Target="../media/image18.png"/><Relationship Id="rId42" Type="http://schemas.openxmlformats.org/officeDocument/2006/relationships/customXml" Target="../ink/ink20.xml"/><Relationship Id="rId47" Type="http://schemas.openxmlformats.org/officeDocument/2006/relationships/image" Target="../media/image31.png"/><Relationship Id="rId63" Type="http://schemas.openxmlformats.org/officeDocument/2006/relationships/image" Target="../media/image39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52.png"/><Relationship Id="rId112" Type="http://schemas.openxmlformats.org/officeDocument/2006/relationships/customXml" Target="../ink/ink55.xml"/><Relationship Id="rId16" Type="http://schemas.openxmlformats.org/officeDocument/2006/relationships/customXml" Target="../ink/ink7.xml"/><Relationship Id="rId107" Type="http://schemas.openxmlformats.org/officeDocument/2006/relationships/image" Target="../media/image61.png"/><Relationship Id="rId11" Type="http://schemas.openxmlformats.org/officeDocument/2006/relationships/image" Target="../media/image13.png"/><Relationship Id="rId32" Type="http://schemas.openxmlformats.org/officeDocument/2006/relationships/customXml" Target="../ink/ink15.xml"/><Relationship Id="rId37" Type="http://schemas.openxmlformats.org/officeDocument/2006/relationships/image" Target="../media/image26.png"/><Relationship Id="rId53" Type="http://schemas.openxmlformats.org/officeDocument/2006/relationships/image" Target="../media/image34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7.png"/><Relationship Id="rId102" Type="http://schemas.openxmlformats.org/officeDocument/2006/relationships/customXml" Target="../ink/ink50.xml"/><Relationship Id="rId123" Type="http://schemas.openxmlformats.org/officeDocument/2006/relationships/customXml" Target="../ink/ink61.xml"/><Relationship Id="rId5" Type="http://schemas.openxmlformats.org/officeDocument/2006/relationships/image" Target="../media/image10.png"/><Relationship Id="rId90" Type="http://schemas.openxmlformats.org/officeDocument/2006/relationships/customXml" Target="../ink/ink44.xml"/><Relationship Id="rId95" Type="http://schemas.openxmlformats.org/officeDocument/2006/relationships/image" Target="../media/image55.png"/><Relationship Id="rId22" Type="http://schemas.openxmlformats.org/officeDocument/2006/relationships/customXml" Target="../ink/ink10.xml"/><Relationship Id="rId27" Type="http://schemas.openxmlformats.org/officeDocument/2006/relationships/image" Target="../media/image21.png"/><Relationship Id="rId43" Type="http://schemas.openxmlformats.org/officeDocument/2006/relationships/image" Target="../media/image29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42.png"/><Relationship Id="rId113" Type="http://schemas.openxmlformats.org/officeDocument/2006/relationships/image" Target="../media/image64.png"/><Relationship Id="rId118" Type="http://schemas.openxmlformats.org/officeDocument/2006/relationships/image" Target="../media/image66.png"/><Relationship Id="rId80" Type="http://schemas.openxmlformats.org/officeDocument/2006/relationships/customXml" Target="../ink/ink39.xml"/><Relationship Id="rId85" Type="http://schemas.openxmlformats.org/officeDocument/2006/relationships/image" Target="../media/image50.png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33" Type="http://schemas.openxmlformats.org/officeDocument/2006/relationships/image" Target="../media/image24.png"/><Relationship Id="rId38" Type="http://schemas.openxmlformats.org/officeDocument/2006/relationships/customXml" Target="../ink/ink18.xml"/><Relationship Id="rId59" Type="http://schemas.openxmlformats.org/officeDocument/2006/relationships/image" Target="../media/image37.png"/><Relationship Id="rId103" Type="http://schemas.openxmlformats.org/officeDocument/2006/relationships/image" Target="../media/image59.png"/><Relationship Id="rId108" Type="http://schemas.openxmlformats.org/officeDocument/2006/relationships/customXml" Target="../ink/ink53.xml"/><Relationship Id="rId124" Type="http://schemas.openxmlformats.org/officeDocument/2006/relationships/image" Target="../media/image69.png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45.png"/><Relationship Id="rId91" Type="http://schemas.openxmlformats.org/officeDocument/2006/relationships/image" Target="../media/image53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.xml"/><Relationship Id="rId23" Type="http://schemas.openxmlformats.org/officeDocument/2006/relationships/image" Target="../media/image19.png"/><Relationship Id="rId28" Type="http://schemas.openxmlformats.org/officeDocument/2006/relationships/customXml" Target="../ink/ink13.xml"/><Relationship Id="rId49" Type="http://schemas.openxmlformats.org/officeDocument/2006/relationships/image" Target="../media/image32.png"/><Relationship Id="rId114" Type="http://schemas.openxmlformats.org/officeDocument/2006/relationships/customXml" Target="../ink/ink56.xml"/><Relationship Id="rId119" Type="http://schemas.openxmlformats.org/officeDocument/2006/relationships/customXml" Target="../ink/ink59.xml"/><Relationship Id="rId44" Type="http://schemas.openxmlformats.org/officeDocument/2006/relationships/customXml" Target="../ink/ink21.xml"/><Relationship Id="rId60" Type="http://schemas.openxmlformats.org/officeDocument/2006/relationships/customXml" Target="../ink/ink29.xml"/><Relationship Id="rId65" Type="http://schemas.openxmlformats.org/officeDocument/2006/relationships/image" Target="../media/image40.png"/><Relationship Id="rId81" Type="http://schemas.openxmlformats.org/officeDocument/2006/relationships/image" Target="../media/image48.png"/><Relationship Id="rId86" Type="http://schemas.openxmlformats.org/officeDocument/2006/relationships/customXml" Target="../ink/ink42.xml"/><Relationship Id="rId13" Type="http://schemas.openxmlformats.org/officeDocument/2006/relationships/image" Target="../media/image14.png"/><Relationship Id="rId18" Type="http://schemas.openxmlformats.org/officeDocument/2006/relationships/customXml" Target="../ink/ink8.xml"/><Relationship Id="rId39" Type="http://schemas.openxmlformats.org/officeDocument/2006/relationships/image" Target="../media/image27.png"/><Relationship Id="rId109" Type="http://schemas.openxmlformats.org/officeDocument/2006/relationships/image" Target="../media/image62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35.png"/><Relationship Id="rId76" Type="http://schemas.openxmlformats.org/officeDocument/2006/relationships/customXml" Target="../ink/ink37.xml"/><Relationship Id="rId97" Type="http://schemas.openxmlformats.org/officeDocument/2006/relationships/image" Target="../media/image56.png"/><Relationship Id="rId104" Type="http://schemas.openxmlformats.org/officeDocument/2006/relationships/customXml" Target="../ink/ink51.xml"/><Relationship Id="rId120" Type="http://schemas.openxmlformats.org/officeDocument/2006/relationships/image" Target="../media/image67.png"/><Relationship Id="rId125" Type="http://schemas.openxmlformats.org/officeDocument/2006/relationships/customXml" Target="../ink/ink62.xml"/><Relationship Id="rId7" Type="http://schemas.openxmlformats.org/officeDocument/2006/relationships/image" Target="../media/image11.png"/><Relationship Id="rId71" Type="http://schemas.openxmlformats.org/officeDocument/2006/relationships/image" Target="../media/image43.png"/><Relationship Id="rId92" Type="http://schemas.openxmlformats.org/officeDocument/2006/relationships/customXml" Target="../ink/ink45.xml"/><Relationship Id="rId2" Type="http://schemas.openxmlformats.org/officeDocument/2006/relationships/oleObject" Target="../embeddings/oleObject5.bin"/><Relationship Id="rId29" Type="http://schemas.openxmlformats.org/officeDocument/2006/relationships/image" Target="../media/image22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30.png"/><Relationship Id="rId66" Type="http://schemas.openxmlformats.org/officeDocument/2006/relationships/customXml" Target="../ink/ink32.xml"/><Relationship Id="rId87" Type="http://schemas.openxmlformats.org/officeDocument/2006/relationships/image" Target="../media/image51.png"/><Relationship Id="rId110" Type="http://schemas.openxmlformats.org/officeDocument/2006/relationships/customXml" Target="../ink/ink54.xml"/><Relationship Id="rId115" Type="http://schemas.openxmlformats.org/officeDocument/2006/relationships/image" Target="../media/image65.png"/><Relationship Id="rId61" Type="http://schemas.openxmlformats.org/officeDocument/2006/relationships/image" Target="../media/image38.png"/><Relationship Id="rId82" Type="http://schemas.openxmlformats.org/officeDocument/2006/relationships/customXml" Target="../ink/ink40.xml"/><Relationship Id="rId19" Type="http://schemas.openxmlformats.org/officeDocument/2006/relationships/image" Target="../media/image17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25.png"/><Relationship Id="rId56" Type="http://schemas.openxmlformats.org/officeDocument/2006/relationships/customXml" Target="../ink/ink27.xml"/><Relationship Id="rId77" Type="http://schemas.openxmlformats.org/officeDocument/2006/relationships/image" Target="../media/image46.png"/><Relationship Id="rId100" Type="http://schemas.openxmlformats.org/officeDocument/2006/relationships/customXml" Target="../ink/ink49.xml"/><Relationship Id="rId105" Type="http://schemas.openxmlformats.org/officeDocument/2006/relationships/image" Target="../media/image60.png"/><Relationship Id="rId126" Type="http://schemas.openxmlformats.org/officeDocument/2006/relationships/image" Target="../media/image70.png"/><Relationship Id="rId8" Type="http://schemas.openxmlformats.org/officeDocument/2006/relationships/customXml" Target="../ink/ink3.xml"/><Relationship Id="rId51" Type="http://schemas.openxmlformats.org/officeDocument/2006/relationships/image" Target="../media/image33.png"/><Relationship Id="rId72" Type="http://schemas.openxmlformats.org/officeDocument/2006/relationships/customXml" Target="../ink/ink35.xml"/><Relationship Id="rId93" Type="http://schemas.openxmlformats.org/officeDocument/2006/relationships/image" Target="../media/image54.png"/><Relationship Id="rId98" Type="http://schemas.openxmlformats.org/officeDocument/2006/relationships/customXml" Target="../ink/ink48.xml"/><Relationship Id="rId121" Type="http://schemas.openxmlformats.org/officeDocument/2006/relationships/customXml" Target="../ink/ink60.xml"/><Relationship Id="rId3" Type="http://schemas.openxmlformats.org/officeDocument/2006/relationships/image" Target="../media/image9.wmf"/><Relationship Id="rId25" Type="http://schemas.openxmlformats.org/officeDocument/2006/relationships/image" Target="../media/image20.png"/><Relationship Id="rId46" Type="http://schemas.openxmlformats.org/officeDocument/2006/relationships/customXml" Target="../ink/ink22.xml"/><Relationship Id="rId67" Type="http://schemas.openxmlformats.org/officeDocument/2006/relationships/image" Target="../media/image41.png"/><Relationship Id="rId116" Type="http://schemas.openxmlformats.org/officeDocument/2006/relationships/customXml" Target="../ink/ink57.xml"/><Relationship Id="rId20" Type="http://schemas.openxmlformats.org/officeDocument/2006/relationships/customXml" Target="../ink/ink9.xml"/><Relationship Id="rId41" Type="http://schemas.openxmlformats.org/officeDocument/2006/relationships/image" Target="../media/image28.png"/><Relationship Id="rId62" Type="http://schemas.openxmlformats.org/officeDocument/2006/relationships/customXml" Target="../ink/ink30.xml"/><Relationship Id="rId83" Type="http://schemas.openxmlformats.org/officeDocument/2006/relationships/image" Target="../media/image49.png"/><Relationship Id="rId88" Type="http://schemas.openxmlformats.org/officeDocument/2006/relationships/customXml" Target="../ink/ink43.xml"/><Relationship Id="rId111" Type="http://schemas.openxmlformats.org/officeDocument/2006/relationships/image" Target="../media/image63.png"/><Relationship Id="rId15" Type="http://schemas.openxmlformats.org/officeDocument/2006/relationships/image" Target="../media/image15.png"/><Relationship Id="rId36" Type="http://schemas.openxmlformats.org/officeDocument/2006/relationships/customXml" Target="../ink/ink17.xml"/><Relationship Id="rId57" Type="http://schemas.openxmlformats.org/officeDocument/2006/relationships/image" Target="../media/image36.png"/><Relationship Id="rId106" Type="http://schemas.openxmlformats.org/officeDocument/2006/relationships/customXml" Target="../ink/ink52.xml"/><Relationship Id="rId10" Type="http://schemas.openxmlformats.org/officeDocument/2006/relationships/customXml" Target="../ink/ink4.xml"/><Relationship Id="rId31" Type="http://schemas.openxmlformats.org/officeDocument/2006/relationships/image" Target="../media/image23.png"/><Relationship Id="rId52" Type="http://schemas.openxmlformats.org/officeDocument/2006/relationships/customXml" Target="../ink/ink25.xml"/><Relationship Id="rId73" Type="http://schemas.openxmlformats.org/officeDocument/2006/relationships/image" Target="../media/image44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57.png"/><Relationship Id="rId101" Type="http://schemas.openxmlformats.org/officeDocument/2006/relationships/image" Target="../media/image58.png"/><Relationship Id="rId122" Type="http://schemas.openxmlformats.org/officeDocument/2006/relationships/image" Target="../media/image68.png"/><Relationship Id="rId4" Type="http://schemas.openxmlformats.org/officeDocument/2006/relationships/customXml" Target="../ink/ink1.xm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1.xml"/><Relationship Id="rId21" Type="http://schemas.openxmlformats.org/officeDocument/2006/relationships/image" Target="../media/image79.png"/><Relationship Id="rId42" Type="http://schemas.openxmlformats.org/officeDocument/2006/relationships/customXml" Target="../ink/ink83.xml"/><Relationship Id="rId63" Type="http://schemas.openxmlformats.org/officeDocument/2006/relationships/image" Target="../media/image100.png"/><Relationship Id="rId84" Type="http://schemas.openxmlformats.org/officeDocument/2006/relationships/image" Target="../media/image110.png"/><Relationship Id="rId138" Type="http://schemas.openxmlformats.org/officeDocument/2006/relationships/image" Target="../media/image137.png"/><Relationship Id="rId159" Type="http://schemas.openxmlformats.org/officeDocument/2006/relationships/customXml" Target="../ink/ink142.xml"/><Relationship Id="rId170" Type="http://schemas.openxmlformats.org/officeDocument/2006/relationships/image" Target="../media/image153.png"/><Relationship Id="rId191" Type="http://schemas.openxmlformats.org/officeDocument/2006/relationships/customXml" Target="../ink/ink158.xml"/><Relationship Id="rId205" Type="http://schemas.openxmlformats.org/officeDocument/2006/relationships/customXml" Target="../ink/ink165.xml"/><Relationship Id="rId107" Type="http://schemas.openxmlformats.org/officeDocument/2006/relationships/customXml" Target="../ink/ink116.xml"/><Relationship Id="rId11" Type="http://schemas.openxmlformats.org/officeDocument/2006/relationships/image" Target="../media/image74.png"/><Relationship Id="rId32" Type="http://schemas.openxmlformats.org/officeDocument/2006/relationships/customXml" Target="../ink/ink78.xml"/><Relationship Id="rId53" Type="http://schemas.openxmlformats.org/officeDocument/2006/relationships/image" Target="../media/image95.png"/><Relationship Id="rId74" Type="http://schemas.openxmlformats.org/officeDocument/2006/relationships/image" Target="../media/image105.png"/><Relationship Id="rId128" Type="http://schemas.openxmlformats.org/officeDocument/2006/relationships/image" Target="../media/image132.png"/><Relationship Id="rId149" Type="http://schemas.openxmlformats.org/officeDocument/2006/relationships/customXml" Target="../ink/ink137.xml"/><Relationship Id="rId5" Type="http://schemas.openxmlformats.org/officeDocument/2006/relationships/image" Target="../media/image71.png"/><Relationship Id="rId95" Type="http://schemas.openxmlformats.org/officeDocument/2006/relationships/customXml" Target="../ink/ink110.xml"/><Relationship Id="rId160" Type="http://schemas.openxmlformats.org/officeDocument/2006/relationships/image" Target="../media/image148.png"/><Relationship Id="rId181" Type="http://schemas.openxmlformats.org/officeDocument/2006/relationships/customXml" Target="../ink/ink153.xml"/><Relationship Id="rId22" Type="http://schemas.openxmlformats.org/officeDocument/2006/relationships/customXml" Target="../ink/ink73.xml"/><Relationship Id="rId43" Type="http://schemas.openxmlformats.org/officeDocument/2006/relationships/image" Target="../media/image90.png"/><Relationship Id="rId64" Type="http://schemas.openxmlformats.org/officeDocument/2006/relationships/customXml" Target="../ink/ink94.xml"/><Relationship Id="rId118" Type="http://schemas.openxmlformats.org/officeDocument/2006/relationships/image" Target="../media/image127.png"/><Relationship Id="rId139" Type="http://schemas.openxmlformats.org/officeDocument/2006/relationships/customXml" Target="../ink/ink132.xml"/><Relationship Id="rId85" Type="http://schemas.openxmlformats.org/officeDocument/2006/relationships/customXml" Target="../ink/ink105.xml"/><Relationship Id="rId150" Type="http://schemas.openxmlformats.org/officeDocument/2006/relationships/image" Target="../media/image143.png"/><Relationship Id="rId171" Type="http://schemas.openxmlformats.org/officeDocument/2006/relationships/customXml" Target="../ink/ink148.xml"/><Relationship Id="rId192" Type="http://schemas.openxmlformats.org/officeDocument/2006/relationships/image" Target="../media/image164.png"/><Relationship Id="rId206" Type="http://schemas.openxmlformats.org/officeDocument/2006/relationships/image" Target="../media/image171.png"/><Relationship Id="rId12" Type="http://schemas.openxmlformats.org/officeDocument/2006/relationships/customXml" Target="../ink/ink68.xml"/><Relationship Id="rId33" Type="http://schemas.openxmlformats.org/officeDocument/2006/relationships/image" Target="../media/image85.png"/><Relationship Id="rId108" Type="http://schemas.openxmlformats.org/officeDocument/2006/relationships/image" Target="../media/image122.png"/><Relationship Id="rId129" Type="http://schemas.openxmlformats.org/officeDocument/2006/relationships/customXml" Target="../ink/ink127.xml"/><Relationship Id="rId54" Type="http://schemas.openxmlformats.org/officeDocument/2006/relationships/customXml" Target="../ink/ink89.xml"/><Relationship Id="rId75" Type="http://schemas.openxmlformats.org/officeDocument/2006/relationships/customXml" Target="../ink/ink100.xml"/><Relationship Id="rId96" Type="http://schemas.openxmlformats.org/officeDocument/2006/relationships/image" Target="../media/image116.png"/><Relationship Id="rId140" Type="http://schemas.openxmlformats.org/officeDocument/2006/relationships/image" Target="../media/image138.png"/><Relationship Id="rId161" Type="http://schemas.openxmlformats.org/officeDocument/2006/relationships/customXml" Target="../ink/ink143.xml"/><Relationship Id="rId182" Type="http://schemas.openxmlformats.org/officeDocument/2006/relationships/image" Target="../media/image159.png"/><Relationship Id="rId6" Type="http://schemas.openxmlformats.org/officeDocument/2006/relationships/customXml" Target="../ink/ink65.xml"/><Relationship Id="rId23" Type="http://schemas.openxmlformats.org/officeDocument/2006/relationships/image" Target="../media/image80.png"/><Relationship Id="rId119" Type="http://schemas.openxmlformats.org/officeDocument/2006/relationships/customXml" Target="../ink/ink122.xml"/><Relationship Id="rId44" Type="http://schemas.openxmlformats.org/officeDocument/2006/relationships/customXml" Target="../ink/ink84.xml"/><Relationship Id="rId65" Type="http://schemas.openxmlformats.org/officeDocument/2006/relationships/image" Target="../media/image101.png"/><Relationship Id="rId86" Type="http://schemas.openxmlformats.org/officeDocument/2006/relationships/image" Target="../media/image111.png"/><Relationship Id="rId130" Type="http://schemas.openxmlformats.org/officeDocument/2006/relationships/image" Target="../media/image133.png"/><Relationship Id="rId151" Type="http://schemas.openxmlformats.org/officeDocument/2006/relationships/customXml" Target="../ink/ink138.xml"/><Relationship Id="rId172" Type="http://schemas.openxmlformats.org/officeDocument/2006/relationships/image" Target="../media/image154.png"/><Relationship Id="rId193" Type="http://schemas.openxmlformats.org/officeDocument/2006/relationships/customXml" Target="../ink/ink159.xml"/><Relationship Id="rId13" Type="http://schemas.openxmlformats.org/officeDocument/2006/relationships/image" Target="../media/image75.png"/><Relationship Id="rId109" Type="http://schemas.openxmlformats.org/officeDocument/2006/relationships/customXml" Target="../ink/ink117.xml"/><Relationship Id="rId34" Type="http://schemas.openxmlformats.org/officeDocument/2006/relationships/customXml" Target="../ink/ink79.xml"/><Relationship Id="rId55" Type="http://schemas.openxmlformats.org/officeDocument/2006/relationships/image" Target="../media/image96.png"/><Relationship Id="rId76" Type="http://schemas.openxmlformats.org/officeDocument/2006/relationships/image" Target="../media/image106.png"/><Relationship Id="rId97" Type="http://schemas.openxmlformats.org/officeDocument/2006/relationships/customXml" Target="../ink/ink111.xml"/><Relationship Id="rId120" Type="http://schemas.openxmlformats.org/officeDocument/2006/relationships/image" Target="../media/image128.png"/><Relationship Id="rId141" Type="http://schemas.openxmlformats.org/officeDocument/2006/relationships/customXml" Target="../ink/ink133.xml"/><Relationship Id="rId7" Type="http://schemas.openxmlformats.org/officeDocument/2006/relationships/image" Target="../media/image72.png"/><Relationship Id="rId162" Type="http://schemas.openxmlformats.org/officeDocument/2006/relationships/image" Target="../media/image149.png"/><Relationship Id="rId183" Type="http://schemas.openxmlformats.org/officeDocument/2006/relationships/customXml" Target="../ink/ink154.xml"/><Relationship Id="rId24" Type="http://schemas.openxmlformats.org/officeDocument/2006/relationships/customXml" Target="../ink/ink74.xml"/><Relationship Id="rId40" Type="http://schemas.openxmlformats.org/officeDocument/2006/relationships/customXml" Target="../ink/ink82.xml"/><Relationship Id="rId45" Type="http://schemas.openxmlformats.org/officeDocument/2006/relationships/image" Target="../media/image91.png"/><Relationship Id="rId66" Type="http://schemas.openxmlformats.org/officeDocument/2006/relationships/customXml" Target="../ink/ink95.xml"/><Relationship Id="rId87" Type="http://schemas.openxmlformats.org/officeDocument/2006/relationships/customXml" Target="../ink/ink106.xml"/><Relationship Id="rId110" Type="http://schemas.openxmlformats.org/officeDocument/2006/relationships/image" Target="../media/image123.png"/><Relationship Id="rId115" Type="http://schemas.openxmlformats.org/officeDocument/2006/relationships/customXml" Target="../ink/ink120.xml"/><Relationship Id="rId131" Type="http://schemas.openxmlformats.org/officeDocument/2006/relationships/customXml" Target="../ink/ink128.xml"/><Relationship Id="rId136" Type="http://schemas.openxmlformats.org/officeDocument/2006/relationships/image" Target="../media/image136.png"/><Relationship Id="rId157" Type="http://schemas.openxmlformats.org/officeDocument/2006/relationships/customXml" Target="../ink/ink141.xml"/><Relationship Id="rId178" Type="http://schemas.openxmlformats.org/officeDocument/2006/relationships/image" Target="../media/image157.png"/><Relationship Id="rId61" Type="http://schemas.openxmlformats.org/officeDocument/2006/relationships/image" Target="../media/image99.png"/><Relationship Id="rId82" Type="http://schemas.openxmlformats.org/officeDocument/2006/relationships/image" Target="../media/image109.png"/><Relationship Id="rId152" Type="http://schemas.openxmlformats.org/officeDocument/2006/relationships/image" Target="../media/image144.png"/><Relationship Id="rId173" Type="http://schemas.openxmlformats.org/officeDocument/2006/relationships/customXml" Target="../ink/ink149.xml"/><Relationship Id="rId194" Type="http://schemas.openxmlformats.org/officeDocument/2006/relationships/image" Target="../media/image165.png"/><Relationship Id="rId199" Type="http://schemas.openxmlformats.org/officeDocument/2006/relationships/customXml" Target="../ink/ink162.xml"/><Relationship Id="rId203" Type="http://schemas.openxmlformats.org/officeDocument/2006/relationships/customXml" Target="../ink/ink164.xml"/><Relationship Id="rId19" Type="http://schemas.openxmlformats.org/officeDocument/2006/relationships/image" Target="../media/image78.png"/><Relationship Id="rId14" Type="http://schemas.openxmlformats.org/officeDocument/2006/relationships/customXml" Target="../ink/ink69.xml"/><Relationship Id="rId30" Type="http://schemas.openxmlformats.org/officeDocument/2006/relationships/customXml" Target="../ink/ink77.xml"/><Relationship Id="rId35" Type="http://schemas.openxmlformats.org/officeDocument/2006/relationships/image" Target="../media/image86.png"/><Relationship Id="rId56" Type="http://schemas.openxmlformats.org/officeDocument/2006/relationships/customXml" Target="../ink/ink90.xml"/><Relationship Id="rId77" Type="http://schemas.openxmlformats.org/officeDocument/2006/relationships/customXml" Target="../ink/ink101.xml"/><Relationship Id="rId100" Type="http://schemas.openxmlformats.org/officeDocument/2006/relationships/image" Target="../media/image118.png"/><Relationship Id="rId105" Type="http://schemas.openxmlformats.org/officeDocument/2006/relationships/customXml" Target="../ink/ink115.xml"/><Relationship Id="rId126" Type="http://schemas.openxmlformats.org/officeDocument/2006/relationships/image" Target="../media/image131.png"/><Relationship Id="rId147" Type="http://schemas.openxmlformats.org/officeDocument/2006/relationships/customXml" Target="../ink/ink136.xml"/><Relationship Id="rId168" Type="http://schemas.openxmlformats.org/officeDocument/2006/relationships/image" Target="../media/image152.png"/><Relationship Id="rId8" Type="http://schemas.openxmlformats.org/officeDocument/2006/relationships/customXml" Target="../ink/ink66.xml"/><Relationship Id="rId51" Type="http://schemas.openxmlformats.org/officeDocument/2006/relationships/image" Target="../media/image94.png"/><Relationship Id="rId72" Type="http://schemas.openxmlformats.org/officeDocument/2006/relationships/image" Target="../media/image104.png"/><Relationship Id="rId93" Type="http://schemas.openxmlformats.org/officeDocument/2006/relationships/customXml" Target="../ink/ink109.xml"/><Relationship Id="rId98" Type="http://schemas.openxmlformats.org/officeDocument/2006/relationships/image" Target="../media/image117.png"/><Relationship Id="rId121" Type="http://schemas.openxmlformats.org/officeDocument/2006/relationships/customXml" Target="../ink/ink123.xml"/><Relationship Id="rId142" Type="http://schemas.openxmlformats.org/officeDocument/2006/relationships/image" Target="../media/image139.png"/><Relationship Id="rId163" Type="http://schemas.openxmlformats.org/officeDocument/2006/relationships/customXml" Target="../ink/ink144.xml"/><Relationship Id="rId184" Type="http://schemas.openxmlformats.org/officeDocument/2006/relationships/image" Target="../media/image160.png"/><Relationship Id="rId189" Type="http://schemas.openxmlformats.org/officeDocument/2006/relationships/customXml" Target="../ink/ink157.xml"/><Relationship Id="rId3" Type="http://schemas.openxmlformats.org/officeDocument/2006/relationships/image" Target="../media/image63.png"/><Relationship Id="rId25" Type="http://schemas.openxmlformats.org/officeDocument/2006/relationships/image" Target="../media/image81.png"/><Relationship Id="rId46" Type="http://schemas.openxmlformats.org/officeDocument/2006/relationships/customXml" Target="../ink/ink85.xml"/><Relationship Id="rId67" Type="http://schemas.openxmlformats.org/officeDocument/2006/relationships/image" Target="../media/image102.png"/><Relationship Id="rId116" Type="http://schemas.openxmlformats.org/officeDocument/2006/relationships/image" Target="../media/image126.png"/><Relationship Id="rId137" Type="http://schemas.openxmlformats.org/officeDocument/2006/relationships/customXml" Target="../ink/ink131.xml"/><Relationship Id="rId158" Type="http://schemas.openxmlformats.org/officeDocument/2006/relationships/image" Target="../media/image147.png"/><Relationship Id="rId20" Type="http://schemas.openxmlformats.org/officeDocument/2006/relationships/customXml" Target="../ink/ink72.xml"/><Relationship Id="rId41" Type="http://schemas.openxmlformats.org/officeDocument/2006/relationships/image" Target="../media/image89.png"/><Relationship Id="rId62" Type="http://schemas.openxmlformats.org/officeDocument/2006/relationships/customXml" Target="../ink/ink93.xml"/><Relationship Id="rId83" Type="http://schemas.openxmlformats.org/officeDocument/2006/relationships/customXml" Target="../ink/ink104.xml"/><Relationship Id="rId88" Type="http://schemas.openxmlformats.org/officeDocument/2006/relationships/image" Target="../media/image112.png"/><Relationship Id="rId111" Type="http://schemas.openxmlformats.org/officeDocument/2006/relationships/customXml" Target="../ink/ink118.xml"/><Relationship Id="rId132" Type="http://schemas.openxmlformats.org/officeDocument/2006/relationships/image" Target="../media/image134.png"/><Relationship Id="rId153" Type="http://schemas.openxmlformats.org/officeDocument/2006/relationships/customXml" Target="../ink/ink139.xml"/><Relationship Id="rId174" Type="http://schemas.openxmlformats.org/officeDocument/2006/relationships/image" Target="../media/image155.png"/><Relationship Id="rId179" Type="http://schemas.openxmlformats.org/officeDocument/2006/relationships/customXml" Target="../ink/ink152.xml"/><Relationship Id="rId195" Type="http://schemas.openxmlformats.org/officeDocument/2006/relationships/customXml" Target="../ink/ink160.xml"/><Relationship Id="rId190" Type="http://schemas.openxmlformats.org/officeDocument/2006/relationships/image" Target="../media/image163.png"/><Relationship Id="rId204" Type="http://schemas.openxmlformats.org/officeDocument/2006/relationships/image" Target="../media/image170.png"/><Relationship Id="rId15" Type="http://schemas.openxmlformats.org/officeDocument/2006/relationships/image" Target="../media/image76.png"/><Relationship Id="rId36" Type="http://schemas.openxmlformats.org/officeDocument/2006/relationships/customXml" Target="../ink/ink80.xml"/><Relationship Id="rId57" Type="http://schemas.openxmlformats.org/officeDocument/2006/relationships/image" Target="../media/image97.png"/><Relationship Id="rId106" Type="http://schemas.openxmlformats.org/officeDocument/2006/relationships/image" Target="../media/image121.png"/><Relationship Id="rId127" Type="http://schemas.openxmlformats.org/officeDocument/2006/relationships/customXml" Target="../ink/ink126.xml"/><Relationship Id="rId10" Type="http://schemas.openxmlformats.org/officeDocument/2006/relationships/customXml" Target="../ink/ink67.xml"/><Relationship Id="rId31" Type="http://schemas.openxmlformats.org/officeDocument/2006/relationships/image" Target="../media/image84.png"/><Relationship Id="rId52" Type="http://schemas.openxmlformats.org/officeDocument/2006/relationships/customXml" Target="../ink/ink88.xml"/><Relationship Id="rId73" Type="http://schemas.openxmlformats.org/officeDocument/2006/relationships/customXml" Target="../ink/ink99.xml"/><Relationship Id="rId78" Type="http://schemas.openxmlformats.org/officeDocument/2006/relationships/image" Target="../media/image107.png"/><Relationship Id="rId94" Type="http://schemas.openxmlformats.org/officeDocument/2006/relationships/image" Target="../media/image115.png"/><Relationship Id="rId99" Type="http://schemas.openxmlformats.org/officeDocument/2006/relationships/customXml" Target="../ink/ink112.xml"/><Relationship Id="rId101" Type="http://schemas.openxmlformats.org/officeDocument/2006/relationships/customXml" Target="../ink/ink113.xml"/><Relationship Id="rId122" Type="http://schemas.openxmlformats.org/officeDocument/2006/relationships/image" Target="../media/image129.png"/><Relationship Id="rId143" Type="http://schemas.openxmlformats.org/officeDocument/2006/relationships/customXml" Target="../ink/ink134.xml"/><Relationship Id="rId148" Type="http://schemas.openxmlformats.org/officeDocument/2006/relationships/image" Target="../media/image142.png"/><Relationship Id="rId164" Type="http://schemas.openxmlformats.org/officeDocument/2006/relationships/image" Target="../media/image150.png"/><Relationship Id="rId169" Type="http://schemas.openxmlformats.org/officeDocument/2006/relationships/customXml" Target="../ink/ink147.xml"/><Relationship Id="rId185" Type="http://schemas.openxmlformats.org/officeDocument/2006/relationships/customXml" Target="../ink/ink155.xml"/><Relationship Id="rId4" Type="http://schemas.openxmlformats.org/officeDocument/2006/relationships/customXml" Target="../ink/ink64.xml"/><Relationship Id="rId9" Type="http://schemas.openxmlformats.org/officeDocument/2006/relationships/image" Target="../media/image73.png"/><Relationship Id="rId180" Type="http://schemas.openxmlformats.org/officeDocument/2006/relationships/image" Target="../media/image158.png"/><Relationship Id="rId26" Type="http://schemas.openxmlformats.org/officeDocument/2006/relationships/customXml" Target="../ink/ink75.xml"/><Relationship Id="rId47" Type="http://schemas.openxmlformats.org/officeDocument/2006/relationships/image" Target="../media/image92.png"/><Relationship Id="rId68" Type="http://schemas.openxmlformats.org/officeDocument/2006/relationships/customXml" Target="../ink/ink96.xml"/><Relationship Id="rId89" Type="http://schemas.openxmlformats.org/officeDocument/2006/relationships/customXml" Target="../ink/ink107.xml"/><Relationship Id="rId112" Type="http://schemas.openxmlformats.org/officeDocument/2006/relationships/image" Target="../media/image124.png"/><Relationship Id="rId133" Type="http://schemas.openxmlformats.org/officeDocument/2006/relationships/customXml" Target="../ink/ink129.xml"/><Relationship Id="rId154" Type="http://schemas.openxmlformats.org/officeDocument/2006/relationships/image" Target="../media/image145.png"/><Relationship Id="rId175" Type="http://schemas.openxmlformats.org/officeDocument/2006/relationships/customXml" Target="../ink/ink150.xml"/><Relationship Id="rId196" Type="http://schemas.openxmlformats.org/officeDocument/2006/relationships/image" Target="../media/image166.png"/><Relationship Id="rId200" Type="http://schemas.openxmlformats.org/officeDocument/2006/relationships/image" Target="../media/image168.png"/><Relationship Id="rId16" Type="http://schemas.openxmlformats.org/officeDocument/2006/relationships/customXml" Target="../ink/ink70.xml"/><Relationship Id="rId37" Type="http://schemas.openxmlformats.org/officeDocument/2006/relationships/image" Target="../media/image87.png"/><Relationship Id="rId58" Type="http://schemas.openxmlformats.org/officeDocument/2006/relationships/customXml" Target="../ink/ink91.xml"/><Relationship Id="rId79" Type="http://schemas.openxmlformats.org/officeDocument/2006/relationships/customXml" Target="../ink/ink102.xml"/><Relationship Id="rId102" Type="http://schemas.openxmlformats.org/officeDocument/2006/relationships/image" Target="../media/image119.png"/><Relationship Id="rId123" Type="http://schemas.openxmlformats.org/officeDocument/2006/relationships/customXml" Target="../ink/ink124.xml"/><Relationship Id="rId144" Type="http://schemas.openxmlformats.org/officeDocument/2006/relationships/image" Target="../media/image140.png"/><Relationship Id="rId90" Type="http://schemas.openxmlformats.org/officeDocument/2006/relationships/image" Target="../media/image113.png"/><Relationship Id="rId165" Type="http://schemas.openxmlformats.org/officeDocument/2006/relationships/customXml" Target="../ink/ink145.xml"/><Relationship Id="rId186" Type="http://schemas.openxmlformats.org/officeDocument/2006/relationships/image" Target="../media/image161.png"/><Relationship Id="rId27" Type="http://schemas.openxmlformats.org/officeDocument/2006/relationships/image" Target="../media/image82.png"/><Relationship Id="rId48" Type="http://schemas.openxmlformats.org/officeDocument/2006/relationships/customXml" Target="../ink/ink86.xml"/><Relationship Id="rId69" Type="http://schemas.openxmlformats.org/officeDocument/2006/relationships/customXml" Target="../ink/ink97.xml"/><Relationship Id="rId113" Type="http://schemas.openxmlformats.org/officeDocument/2006/relationships/customXml" Target="../ink/ink119.xml"/><Relationship Id="rId134" Type="http://schemas.openxmlformats.org/officeDocument/2006/relationships/image" Target="../media/image135.png"/><Relationship Id="rId80" Type="http://schemas.openxmlformats.org/officeDocument/2006/relationships/image" Target="../media/image108.png"/><Relationship Id="rId155" Type="http://schemas.openxmlformats.org/officeDocument/2006/relationships/customXml" Target="../ink/ink140.xml"/><Relationship Id="rId176" Type="http://schemas.openxmlformats.org/officeDocument/2006/relationships/image" Target="../media/image156.png"/><Relationship Id="rId197" Type="http://schemas.openxmlformats.org/officeDocument/2006/relationships/customXml" Target="../ink/ink161.xml"/><Relationship Id="rId201" Type="http://schemas.openxmlformats.org/officeDocument/2006/relationships/customXml" Target="../ink/ink163.xml"/><Relationship Id="rId17" Type="http://schemas.openxmlformats.org/officeDocument/2006/relationships/image" Target="../media/image77.png"/><Relationship Id="rId38" Type="http://schemas.openxmlformats.org/officeDocument/2006/relationships/customXml" Target="../ink/ink81.xml"/><Relationship Id="rId59" Type="http://schemas.openxmlformats.org/officeDocument/2006/relationships/image" Target="../media/image98.png"/><Relationship Id="rId103" Type="http://schemas.openxmlformats.org/officeDocument/2006/relationships/customXml" Target="../ink/ink114.xml"/><Relationship Id="rId124" Type="http://schemas.openxmlformats.org/officeDocument/2006/relationships/image" Target="../media/image130.png"/><Relationship Id="rId70" Type="http://schemas.openxmlformats.org/officeDocument/2006/relationships/image" Target="../media/image103.png"/><Relationship Id="rId91" Type="http://schemas.openxmlformats.org/officeDocument/2006/relationships/customXml" Target="../ink/ink108.xml"/><Relationship Id="rId145" Type="http://schemas.openxmlformats.org/officeDocument/2006/relationships/customXml" Target="../ink/ink135.xml"/><Relationship Id="rId166" Type="http://schemas.openxmlformats.org/officeDocument/2006/relationships/image" Target="../media/image151.png"/><Relationship Id="rId187" Type="http://schemas.openxmlformats.org/officeDocument/2006/relationships/customXml" Target="../ink/ink156.xml"/><Relationship Id="rId1" Type="http://schemas.openxmlformats.org/officeDocument/2006/relationships/slideLayout" Target="../slideLayouts/slideLayout13.xml"/><Relationship Id="rId28" Type="http://schemas.openxmlformats.org/officeDocument/2006/relationships/customXml" Target="../ink/ink76.xml"/><Relationship Id="rId49" Type="http://schemas.openxmlformats.org/officeDocument/2006/relationships/image" Target="../media/image93.png"/><Relationship Id="rId114" Type="http://schemas.openxmlformats.org/officeDocument/2006/relationships/image" Target="../media/image125.png"/><Relationship Id="rId60" Type="http://schemas.openxmlformats.org/officeDocument/2006/relationships/customXml" Target="../ink/ink92.xml"/><Relationship Id="rId81" Type="http://schemas.openxmlformats.org/officeDocument/2006/relationships/customXml" Target="../ink/ink103.xml"/><Relationship Id="rId135" Type="http://schemas.openxmlformats.org/officeDocument/2006/relationships/customXml" Target="../ink/ink130.xml"/><Relationship Id="rId156" Type="http://schemas.openxmlformats.org/officeDocument/2006/relationships/image" Target="../media/image146.png"/><Relationship Id="rId177" Type="http://schemas.openxmlformats.org/officeDocument/2006/relationships/customXml" Target="../ink/ink151.xml"/><Relationship Id="rId198" Type="http://schemas.openxmlformats.org/officeDocument/2006/relationships/image" Target="../media/image167.png"/><Relationship Id="rId202" Type="http://schemas.openxmlformats.org/officeDocument/2006/relationships/image" Target="../media/image169.png"/><Relationship Id="rId18" Type="http://schemas.openxmlformats.org/officeDocument/2006/relationships/customXml" Target="../ink/ink71.xml"/><Relationship Id="rId39" Type="http://schemas.openxmlformats.org/officeDocument/2006/relationships/image" Target="../media/image88.png"/><Relationship Id="rId50" Type="http://schemas.openxmlformats.org/officeDocument/2006/relationships/customXml" Target="../ink/ink87.xml"/><Relationship Id="rId104" Type="http://schemas.openxmlformats.org/officeDocument/2006/relationships/image" Target="../media/image120.png"/><Relationship Id="rId125" Type="http://schemas.openxmlformats.org/officeDocument/2006/relationships/customXml" Target="../ink/ink125.xml"/><Relationship Id="rId146" Type="http://schemas.openxmlformats.org/officeDocument/2006/relationships/image" Target="../media/image141.png"/><Relationship Id="rId167" Type="http://schemas.openxmlformats.org/officeDocument/2006/relationships/customXml" Target="../ink/ink146.xml"/><Relationship Id="rId188" Type="http://schemas.openxmlformats.org/officeDocument/2006/relationships/image" Target="../media/image162.png"/><Relationship Id="rId71" Type="http://schemas.openxmlformats.org/officeDocument/2006/relationships/customXml" Target="../ink/ink98.xml"/><Relationship Id="rId92" Type="http://schemas.openxmlformats.org/officeDocument/2006/relationships/image" Target="../media/image114.png"/><Relationship Id="rId2" Type="http://schemas.openxmlformats.org/officeDocument/2006/relationships/customXml" Target="../ink/ink63.xml"/><Relationship Id="rId29" Type="http://schemas.openxmlformats.org/officeDocument/2006/relationships/image" Target="../media/image8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0475A-4564-C606-E9D2-EBF9A039C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397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Principal Component Analysis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950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4AB1-A61C-7B55-DED1-798537B8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Dimensional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86FB27-CF9D-7D20-5666-21B309222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6052" y="1542567"/>
            <a:ext cx="8103079" cy="4906746"/>
          </a:xfrm>
        </p:spPr>
      </p:pic>
    </p:spTree>
    <p:extLst>
      <p:ext uri="{BB962C8B-B14F-4D97-AF65-F5344CB8AC3E}">
        <p14:creationId xmlns:p14="http://schemas.microsoft.com/office/powerpoint/2010/main" val="215460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B61B17-546C-51F6-AD2F-219B6ACBE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72" y="752407"/>
            <a:ext cx="4802038" cy="4584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0605E-449B-C226-8345-FCACE041B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207" y="2109784"/>
            <a:ext cx="4298091" cy="26384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EB41E-D04F-36B3-3985-8E49866E9122}"/>
              </a:ext>
            </a:extLst>
          </p:cNvPr>
          <p:cNvSpPr txBox="1"/>
          <p:nvPr/>
        </p:nvSpPr>
        <p:spPr>
          <a:xfrm>
            <a:off x="1268083" y="5543970"/>
            <a:ext cx="9770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a given set of data points in a d-dimensional space, it finds the directions along which the data can be seen more clearly.</a:t>
            </a:r>
          </a:p>
        </p:txBody>
      </p:sp>
    </p:spTree>
    <p:extLst>
      <p:ext uri="{BB962C8B-B14F-4D97-AF65-F5344CB8AC3E}">
        <p14:creationId xmlns:p14="http://schemas.microsoft.com/office/powerpoint/2010/main" val="3766920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3D23EA2-0236-F2C3-B066-A3460C05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789-AC6C-411E-8299-DC84045224E7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074F7F55-4AE1-D931-A2BE-E635B6255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en-US" sz="3600" dirty="0"/>
              <a:t>Principal Components Analysis Ideas (PCA)</a:t>
            </a:r>
            <a:endParaRPr lang="en-US" altLang="en-US" sz="3600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C092C32-00DE-9A8D-8680-93043B16E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24342"/>
            <a:ext cx="105156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Does the data set ‘span’ the whole of d dimensional space?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Transform some large number of variables into a smaller number of uncorrelated variables called principal components (PCs).</a:t>
            </a:r>
          </a:p>
          <a:p>
            <a:pPr>
              <a:lnSpc>
                <a:spcPct val="90000"/>
              </a:lnSpc>
            </a:pPr>
            <a:r>
              <a:rPr lang="da-DK" altLang="en-US" dirty="0"/>
              <a:t>PCA is developed to capture </a:t>
            </a:r>
            <a:r>
              <a:rPr lang="da-DK" altLang="en-US" dirty="0">
                <a:solidFill>
                  <a:schemeClr val="accent1"/>
                </a:solidFill>
              </a:rPr>
              <a:t>as much of the variation </a:t>
            </a:r>
            <a:r>
              <a:rPr lang="da-DK" altLang="en-US" dirty="0"/>
              <a:t>in data as possible</a:t>
            </a:r>
          </a:p>
          <a:p>
            <a:r>
              <a:rPr lang="en-US" altLang="en-US" dirty="0"/>
              <a:t>An exploratory technique used to reduce the dimensionality of the data set to 2D or 3D</a:t>
            </a:r>
            <a:endParaRPr lang="sv-SE" altLang="en-US" dirty="0"/>
          </a:p>
          <a:p>
            <a:r>
              <a:rPr lang="sv-SE" altLang="en-US" dirty="0"/>
              <a:t>Can be used to:</a:t>
            </a:r>
          </a:p>
          <a:p>
            <a:pPr lvl="1"/>
            <a:r>
              <a:rPr lang="en-US" altLang="en-US" dirty="0"/>
              <a:t>Reduce number of dimensions in data</a:t>
            </a:r>
          </a:p>
          <a:p>
            <a:pPr lvl="1"/>
            <a:r>
              <a:rPr lang="en-US" altLang="en-US" dirty="0"/>
              <a:t>Find patterns in high-dimensional data</a:t>
            </a:r>
          </a:p>
          <a:p>
            <a:pPr lvl="1"/>
            <a:r>
              <a:rPr lang="en-US" altLang="en-US" dirty="0"/>
              <a:t>Visualize data of high dimensionality</a:t>
            </a:r>
          </a:p>
          <a:p>
            <a:pPr>
              <a:lnSpc>
                <a:spcPct val="90000"/>
              </a:lnSpc>
            </a:pPr>
            <a:endParaRPr lang="da-DK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7143-9387-1E1E-95EA-2D5337C8D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the variance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75386F-3902-0E52-F415-8BA26AF67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264" y="1920066"/>
            <a:ext cx="7617861" cy="4572809"/>
          </a:xfrm>
        </p:spPr>
      </p:pic>
    </p:spTree>
    <p:extLst>
      <p:ext uri="{BB962C8B-B14F-4D97-AF65-F5344CB8AC3E}">
        <p14:creationId xmlns:p14="http://schemas.microsoft.com/office/powerpoint/2010/main" val="4061089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77EF2DBC-7242-BF91-C12A-972E3C01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C9C4F-ED4B-4086-8BE8-5B288DF95CF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532C2586-C673-D6A7-50A4-D3C36107A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083" y="228600"/>
            <a:ext cx="9476117" cy="1143000"/>
          </a:xfrm>
        </p:spPr>
        <p:txBody>
          <a:bodyPr>
            <a:normAutofit fontScale="90000"/>
          </a:bodyPr>
          <a:lstStyle/>
          <a:p>
            <a:r>
              <a:rPr lang="en-US" altLang="zh-TW" sz="4000" dirty="0">
                <a:ea typeface="PMingLiU" panose="02020500000000000000" pitchFamily="18" charset="-120"/>
              </a:rPr>
              <a:t>Principal Component Analysis: one attribute first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CE9A4808-DBC0-C271-9072-9900C80927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8035" y="1693653"/>
            <a:ext cx="5387195" cy="4114800"/>
          </a:xfrm>
        </p:spPr>
        <p:txBody>
          <a:bodyPr/>
          <a:lstStyle/>
          <a:p>
            <a:r>
              <a:rPr lang="en-US" altLang="zh-TW" dirty="0">
                <a:ea typeface="PMingLiU" panose="02020500000000000000" pitchFamily="18" charset="-120"/>
              </a:rPr>
              <a:t>Question: how much spread is in the data along the axis? (distance to the mean)</a:t>
            </a:r>
          </a:p>
          <a:p>
            <a:r>
              <a:rPr lang="en-US" altLang="zh-TW" dirty="0">
                <a:ea typeface="PMingLiU" panose="02020500000000000000" pitchFamily="18" charset="-120"/>
              </a:rPr>
              <a:t>Variance=Standard deviation^2</a:t>
            </a:r>
          </a:p>
          <a:p>
            <a:endParaRPr lang="en-US" altLang="zh-TW" dirty="0">
              <a:ea typeface="PMingLiU" panose="02020500000000000000" pitchFamily="18" charset="-120"/>
            </a:endParaRPr>
          </a:p>
          <a:p>
            <a:endParaRPr lang="zh-TW" altLang="en-US" dirty="0">
              <a:ea typeface="PMingLiU" panose="02020500000000000000" pitchFamily="18" charset="-120"/>
            </a:endParaRPr>
          </a:p>
        </p:txBody>
      </p:sp>
      <p:graphicFrame>
        <p:nvGraphicFramePr>
          <p:cNvPr id="87044" name="Group 4">
            <a:extLst>
              <a:ext uri="{FF2B5EF4-FFF2-40B4-BE49-F238E27FC236}">
                <a16:creationId xmlns:a16="http://schemas.microsoft.com/office/drawing/2014/main" id="{5C35C577-93B9-C0FD-7555-6016485A70E8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024503865"/>
              </p:ext>
            </p:extLst>
          </p:nvPr>
        </p:nvGraphicFramePr>
        <p:xfrm>
          <a:off x="8483600" y="1219200"/>
          <a:ext cx="1524000" cy="54864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945192825"/>
                    </a:ext>
                  </a:extLst>
                </a:gridCol>
              </a:tblGrid>
              <a:tr h="1762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Temperature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973842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42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35369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341522"/>
                  </a:ext>
                </a:extLst>
              </a:tr>
              <a:tr h="1412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24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665536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829805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366465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18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06939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778487"/>
                  </a:ext>
                </a:extLst>
              </a:tr>
              <a:tr h="1412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593843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27274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076062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35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929813"/>
                  </a:ext>
                </a:extLst>
              </a:tr>
              <a:tr h="1412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323326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778305"/>
                  </a:ext>
                </a:extLst>
              </a:tr>
              <a:tr h="142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693024"/>
                  </a:ext>
                </a:extLst>
              </a:tr>
            </a:tbl>
          </a:graphicData>
        </a:graphic>
      </p:graphicFrame>
      <p:graphicFrame>
        <p:nvGraphicFramePr>
          <p:cNvPr id="87078" name="Object 38">
            <a:extLst>
              <a:ext uri="{FF2B5EF4-FFF2-40B4-BE49-F238E27FC236}">
                <a16:creationId xmlns:a16="http://schemas.microsoft.com/office/drawing/2014/main" id="{0A7A780C-26C3-3871-41A5-E38D53268AAD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43363" y="4316414"/>
          <a:ext cx="2932112" cy="155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634680" progId="Equation.3">
                  <p:embed/>
                </p:oleObj>
              </mc:Choice>
              <mc:Fallback>
                <p:oleObj name="Equation" r:id="rId3" imgW="1143000" imgH="634680" progId="Equation.3">
                  <p:embed/>
                  <p:pic>
                    <p:nvPicPr>
                      <p:cNvPr id="87078" name="Object 38">
                        <a:extLst>
                          <a:ext uri="{FF2B5EF4-FFF2-40B4-BE49-F238E27FC236}">
                            <a16:creationId xmlns:a16="http://schemas.microsoft.com/office/drawing/2014/main" id="{0A7A780C-26C3-3871-41A5-E38D53268A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4316414"/>
                        <a:ext cx="2932112" cy="155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16E0D61-3FE4-F0EA-AA39-6F165F5E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7D44-4BB3-4FB1-A6B6-1F9FBFD0B6A4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106211CE-128F-E134-C36A-FFEA464B8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1448" y="0"/>
            <a:ext cx="7772400" cy="1143000"/>
          </a:xfrm>
        </p:spPr>
        <p:txBody>
          <a:bodyPr/>
          <a:lstStyle/>
          <a:p>
            <a:r>
              <a:rPr lang="en-US" altLang="zh-TW" sz="4000" dirty="0">
                <a:ea typeface="PMingLiU" panose="02020500000000000000" pitchFamily="18" charset="-120"/>
              </a:rPr>
              <a:t>Now consider two dimensions</a:t>
            </a:r>
          </a:p>
        </p:txBody>
      </p:sp>
      <p:graphicFrame>
        <p:nvGraphicFramePr>
          <p:cNvPr id="89091" name="Group 3">
            <a:extLst>
              <a:ext uri="{FF2B5EF4-FFF2-40B4-BE49-F238E27FC236}">
                <a16:creationId xmlns:a16="http://schemas.microsoft.com/office/drawing/2014/main" id="{BF6DB2CF-D36E-CE68-FF74-03128C4EA27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31158930"/>
              </p:ext>
            </p:extLst>
          </p:nvPr>
        </p:nvGraphicFramePr>
        <p:xfrm>
          <a:off x="6341852" y="1052512"/>
          <a:ext cx="3962400" cy="5486400"/>
        </p:xfrm>
        <a:graphic>
          <a:graphicData uri="http://schemas.openxmlformats.org/drawingml/2006/table">
            <a:tbl>
              <a:tblPr/>
              <a:tblGrid>
                <a:gridCol w="2163763">
                  <a:extLst>
                    <a:ext uri="{9D8B030D-6E8A-4147-A177-3AD203B41FA5}">
                      <a16:colId xmlns:a16="http://schemas.microsoft.com/office/drawing/2014/main" val="2521341030"/>
                    </a:ext>
                  </a:extLst>
                </a:gridCol>
                <a:gridCol w="1798637">
                  <a:extLst>
                    <a:ext uri="{9D8B030D-6E8A-4147-A177-3AD203B41FA5}">
                      <a16:colId xmlns:a16="http://schemas.microsoft.com/office/drawing/2014/main" val="2375829232"/>
                    </a:ext>
                  </a:extLst>
                </a:gridCol>
              </a:tblGrid>
              <a:tr h="3254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X=Temperature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Y=Humidity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558622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7904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391217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568251"/>
                  </a:ext>
                </a:extLst>
              </a:tr>
              <a:tr h="2857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946725"/>
                  </a:ext>
                </a:extLst>
              </a:tr>
              <a:tr h="2762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294808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510793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708284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394744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15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100283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23181"/>
                  </a:ext>
                </a:extLst>
              </a:tr>
              <a:tr h="2857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743201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432498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40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70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35948"/>
                  </a:ext>
                </a:extLst>
              </a:tr>
              <a:tr h="287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30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90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020361"/>
                  </a:ext>
                </a:extLst>
              </a:tr>
            </a:tbl>
          </a:graphicData>
        </a:graphic>
      </p:graphicFrame>
      <p:sp>
        <p:nvSpPr>
          <p:cNvPr id="89141" name="Text Box 53">
            <a:extLst>
              <a:ext uri="{FF2B5EF4-FFF2-40B4-BE49-F238E27FC236}">
                <a16:creationId xmlns:a16="http://schemas.microsoft.com/office/drawing/2014/main" id="{63F860FF-C908-B3C0-36E2-042082DA7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6" y="270033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TW" altLang="en-US">
              <a:latin typeface="Tahoma" panose="020B0604030504040204" pitchFamily="34" charset="0"/>
              <a:ea typeface="PMingLiU" panose="02020500000000000000" pitchFamily="18" charset="-120"/>
            </a:endParaRPr>
          </a:p>
        </p:txBody>
      </p:sp>
      <p:graphicFrame>
        <p:nvGraphicFramePr>
          <p:cNvPr id="89142" name="Object 54">
            <a:extLst>
              <a:ext uri="{FF2B5EF4-FFF2-40B4-BE49-F238E27FC236}">
                <a16:creationId xmlns:a16="http://schemas.microsoft.com/office/drawing/2014/main" id="{EE0A57C2-E9F4-2490-EF85-C2C748AA2C03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40998590"/>
              </p:ext>
            </p:extLst>
          </p:nvPr>
        </p:nvGraphicFramePr>
        <p:xfrm>
          <a:off x="1276709" y="4115669"/>
          <a:ext cx="3378200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26920" imgH="596880" progId="Equation.3">
                  <p:embed/>
                </p:oleObj>
              </mc:Choice>
              <mc:Fallback>
                <p:oleObj name="Equation" r:id="rId3" imgW="1726920" imgH="596880" progId="Equation.3">
                  <p:embed/>
                  <p:pic>
                    <p:nvPicPr>
                      <p:cNvPr id="89142" name="Object 54">
                        <a:extLst>
                          <a:ext uri="{FF2B5EF4-FFF2-40B4-BE49-F238E27FC236}">
                            <a16:creationId xmlns:a16="http://schemas.microsoft.com/office/drawing/2014/main" id="{EE0A57C2-E9F4-2490-EF85-C2C748AA2C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709" y="4115669"/>
                        <a:ext cx="3378200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43" name="Text Box 55">
            <a:extLst>
              <a:ext uri="{FF2B5EF4-FFF2-40B4-BE49-F238E27FC236}">
                <a16:creationId xmlns:a16="http://schemas.microsoft.com/office/drawing/2014/main" id="{7E33D4CB-BC96-C96F-B65B-1F29F7270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48" y="1865168"/>
            <a:ext cx="480189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dirty="0">
                <a:latin typeface="Tahoma" panose="020B0604030504040204" pitchFamily="34" charset="0"/>
                <a:ea typeface="PMingLiU" panose="02020500000000000000" pitchFamily="18" charset="-120"/>
              </a:rPr>
              <a:t>Covariance: measures the</a:t>
            </a:r>
            <a:br>
              <a:rPr lang="en-US" altLang="zh-TW" dirty="0">
                <a:latin typeface="Tahoma" panose="020B0604030504040204" pitchFamily="34" charset="0"/>
                <a:ea typeface="PMingLiU" panose="02020500000000000000" pitchFamily="18" charset="-120"/>
              </a:rPr>
            </a:br>
            <a:r>
              <a:rPr lang="en-US" altLang="zh-TW" dirty="0">
                <a:latin typeface="Tahoma" panose="020B0604030504040204" pitchFamily="34" charset="0"/>
                <a:ea typeface="PMingLiU" panose="02020500000000000000" pitchFamily="18" charset="-120"/>
              </a:rPr>
              <a:t>correlation between X and Y</a:t>
            </a:r>
          </a:p>
          <a:p>
            <a:endParaRPr lang="en-US" altLang="zh-TW" dirty="0">
              <a:latin typeface="Tahoma" panose="020B0604030504040204" pitchFamily="34" charset="0"/>
              <a:ea typeface="PMingLiU" panose="02020500000000000000" pitchFamily="18" charset="-120"/>
            </a:endParaRPr>
          </a:p>
          <a:p>
            <a:pPr>
              <a:buFontTx/>
              <a:buChar char="•"/>
            </a:pPr>
            <a:r>
              <a:rPr lang="en-US" altLang="zh-TW" dirty="0" err="1">
                <a:latin typeface="Tahoma" panose="020B0604030504040204" pitchFamily="34" charset="0"/>
                <a:ea typeface="PMingLiU" panose="02020500000000000000" pitchFamily="18" charset="-120"/>
              </a:rPr>
              <a:t>Cov</a:t>
            </a:r>
            <a:r>
              <a:rPr lang="en-US" altLang="zh-TW" dirty="0">
                <a:latin typeface="Tahoma" panose="020B0604030504040204" pitchFamily="34" charset="0"/>
                <a:ea typeface="PMingLiU" panose="02020500000000000000" pitchFamily="18" charset="-120"/>
              </a:rPr>
              <a:t>(X,Y)=0: independent</a:t>
            </a:r>
          </a:p>
          <a:p>
            <a:pPr>
              <a:buFontTx/>
              <a:buChar char="•"/>
            </a:pPr>
            <a:r>
              <a:rPr lang="en-US" altLang="zh-TW" dirty="0" err="1">
                <a:latin typeface="Tahoma" panose="020B0604030504040204" pitchFamily="34" charset="0"/>
                <a:ea typeface="PMingLiU" panose="02020500000000000000" pitchFamily="18" charset="-120"/>
              </a:rPr>
              <a:t>Cov</a:t>
            </a:r>
            <a:r>
              <a:rPr lang="en-US" altLang="zh-TW" dirty="0">
                <a:latin typeface="Tahoma" panose="020B0604030504040204" pitchFamily="34" charset="0"/>
                <a:ea typeface="PMingLiU" panose="02020500000000000000" pitchFamily="18" charset="-120"/>
              </a:rPr>
              <a:t>(X,Y)&gt;0: move same </a:t>
            </a:r>
            <a:r>
              <a:rPr lang="en-US" altLang="zh-TW" dirty="0" err="1">
                <a:latin typeface="Tahoma" panose="020B0604030504040204" pitchFamily="34" charset="0"/>
                <a:ea typeface="PMingLiU" panose="02020500000000000000" pitchFamily="18" charset="-120"/>
              </a:rPr>
              <a:t>dir</a:t>
            </a:r>
            <a:endParaRPr lang="en-US" altLang="zh-TW" dirty="0">
              <a:latin typeface="Tahoma" panose="020B0604030504040204" pitchFamily="34" charset="0"/>
              <a:ea typeface="PMingLiU" panose="02020500000000000000" pitchFamily="18" charset="-120"/>
            </a:endParaRPr>
          </a:p>
          <a:p>
            <a:pPr>
              <a:buFontTx/>
              <a:buChar char="•"/>
            </a:pPr>
            <a:r>
              <a:rPr lang="en-US" altLang="zh-TW" dirty="0" err="1">
                <a:latin typeface="Tahoma" panose="020B0604030504040204" pitchFamily="34" charset="0"/>
                <a:ea typeface="PMingLiU" panose="02020500000000000000" pitchFamily="18" charset="-120"/>
              </a:rPr>
              <a:t>Cov</a:t>
            </a:r>
            <a:r>
              <a:rPr lang="en-US" altLang="zh-TW" dirty="0">
                <a:latin typeface="Tahoma" panose="020B0604030504040204" pitchFamily="34" charset="0"/>
                <a:ea typeface="PMingLiU" panose="02020500000000000000" pitchFamily="18" charset="-120"/>
              </a:rPr>
              <a:t>(X,Y)&lt;0: move oppo </a:t>
            </a:r>
            <a:r>
              <a:rPr lang="en-US" altLang="zh-TW" dirty="0" err="1">
                <a:latin typeface="Tahoma" panose="020B0604030504040204" pitchFamily="34" charset="0"/>
                <a:ea typeface="PMingLiU" panose="02020500000000000000" pitchFamily="18" charset="-120"/>
              </a:rPr>
              <a:t>dir</a:t>
            </a:r>
            <a:endParaRPr lang="en-US" altLang="zh-TW" dirty="0">
              <a:latin typeface="Tahoma" panose="020B0604030504040204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57E5CED-96F2-3260-47B9-81212953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01721-688D-45FA-B79F-EF7B79EB475D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7BCD3A3D-4527-BED3-5AA8-47D6D7946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8136" y="152400"/>
            <a:ext cx="9154064" cy="990600"/>
          </a:xfrm>
        </p:spPr>
        <p:txBody>
          <a:bodyPr>
            <a:normAutofit fontScale="90000"/>
          </a:bodyPr>
          <a:lstStyle/>
          <a:p>
            <a:r>
              <a:rPr lang="sv-SE" altLang="en-US" sz="4000"/>
              <a:t>More than two attributes: covariance matrix</a:t>
            </a:r>
            <a:endParaRPr lang="en-US" altLang="zh-TW" sz="4000">
              <a:ea typeface="PMingLiU" panose="02020500000000000000" pitchFamily="18" charset="-120"/>
            </a:endParaRP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195357BA-365A-FFF7-3701-CCF8B736A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6351" y="1479430"/>
            <a:ext cx="7772400" cy="4114800"/>
          </a:xfrm>
        </p:spPr>
        <p:txBody>
          <a:bodyPr/>
          <a:lstStyle/>
          <a:p>
            <a:r>
              <a:rPr lang="sv-SE" altLang="en-US" dirty="0"/>
              <a:t>Contains covariance values between all possible dimensions (=attributes):</a:t>
            </a:r>
          </a:p>
          <a:p>
            <a:endParaRPr lang="sv-SE" altLang="en-US" dirty="0"/>
          </a:p>
          <a:p>
            <a:endParaRPr lang="sv-SE" altLang="en-US" dirty="0"/>
          </a:p>
          <a:p>
            <a:r>
              <a:rPr lang="sv-SE" altLang="en-US" dirty="0"/>
              <a:t>Example for three attributes (x,y,z):</a:t>
            </a:r>
          </a:p>
          <a:p>
            <a:endParaRPr lang="zh-TW" altLang="en-US" dirty="0">
              <a:ea typeface="PMingLiU" panose="02020500000000000000" pitchFamily="18" charset="-120"/>
            </a:endParaRPr>
          </a:p>
        </p:txBody>
      </p:sp>
      <p:graphicFrame>
        <p:nvGraphicFramePr>
          <p:cNvPr id="91140" name="Object 4">
            <a:extLst>
              <a:ext uri="{FF2B5EF4-FFF2-40B4-BE49-F238E27FC236}">
                <a16:creationId xmlns:a16="http://schemas.microsoft.com/office/drawing/2014/main" id="{F956D4EB-1075-E627-A4A8-F07BF1AB5F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3100" y="2590801"/>
          <a:ext cx="52324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600" imgH="253800" progId="Equation.3">
                  <p:embed/>
                </p:oleObj>
              </mc:Choice>
              <mc:Fallback>
                <p:oleObj name="Equation" r:id="rId3" imgW="2082600" imgH="253800" progId="Equation.3">
                  <p:embed/>
                  <p:pic>
                    <p:nvPicPr>
                      <p:cNvPr id="91140" name="Object 4">
                        <a:extLst>
                          <a:ext uri="{FF2B5EF4-FFF2-40B4-BE49-F238E27FC236}">
                            <a16:creationId xmlns:a16="http://schemas.microsoft.com/office/drawing/2014/main" id="{F956D4EB-1075-E627-A4A8-F07BF1AB5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2590801"/>
                        <a:ext cx="523240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Object 5">
            <a:extLst>
              <a:ext uri="{FF2B5EF4-FFF2-40B4-BE49-F238E27FC236}">
                <a16:creationId xmlns:a16="http://schemas.microsoft.com/office/drawing/2014/main" id="{727ABAE6-408F-69A4-A7DD-DCED08B07F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1" y="4343401"/>
          <a:ext cx="5935663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61960" imgH="711000" progId="Equation.3">
                  <p:embed/>
                </p:oleObj>
              </mc:Choice>
              <mc:Fallback>
                <p:oleObj name="Equation" r:id="rId5" imgW="2361960" imgH="711000" progId="Equation.3">
                  <p:embed/>
                  <p:pic>
                    <p:nvPicPr>
                      <p:cNvPr id="91141" name="Object 5">
                        <a:extLst>
                          <a:ext uri="{FF2B5EF4-FFF2-40B4-BE49-F238E27FC236}">
                            <a16:creationId xmlns:a16="http://schemas.microsoft.com/office/drawing/2014/main" id="{727ABAE6-408F-69A4-A7DD-DCED08B07F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4343401"/>
                        <a:ext cx="5935663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88D980AD-45F8-CB3E-62EF-503DA95B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57268-94AB-4AE7-905C-59C97FAD2F83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DC8432C9-A554-9F8D-DA92-F491A7389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8611" y="190501"/>
            <a:ext cx="10363200" cy="1143000"/>
          </a:xfrm>
        </p:spPr>
        <p:txBody>
          <a:bodyPr/>
          <a:lstStyle/>
          <a:p>
            <a:r>
              <a:rPr lang="sv-SE" altLang="en-US" sz="4000" dirty="0"/>
              <a:t>Eigenvalues &amp; eigenvectors</a:t>
            </a:r>
            <a:endParaRPr lang="en-US" altLang="en-US" sz="4000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5A09845-531D-4D89-A02A-ACFE28F071C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92833" y="1417607"/>
            <a:ext cx="10148977" cy="4495800"/>
          </a:xfrm>
        </p:spPr>
        <p:txBody>
          <a:bodyPr/>
          <a:lstStyle/>
          <a:p>
            <a:r>
              <a:rPr lang="sv-SE" altLang="en-US" dirty="0"/>
              <a:t>Vectors </a:t>
            </a:r>
            <a:r>
              <a:rPr lang="sv-SE" altLang="en-US" b="1" dirty="0"/>
              <a:t>x</a:t>
            </a:r>
            <a:r>
              <a:rPr lang="sv-SE" altLang="en-US" dirty="0"/>
              <a:t> having the same direction as </a:t>
            </a:r>
            <a:r>
              <a:rPr lang="sv-SE" altLang="en-US" i="1" dirty="0"/>
              <a:t>A</a:t>
            </a:r>
            <a:r>
              <a:rPr lang="sv-SE" altLang="en-US" b="1" dirty="0"/>
              <a:t>x</a:t>
            </a:r>
            <a:r>
              <a:rPr lang="sv-SE" altLang="en-US" dirty="0"/>
              <a:t> are called </a:t>
            </a:r>
            <a:r>
              <a:rPr lang="sv-SE" altLang="en-US" i="1" dirty="0"/>
              <a:t>eigenvectors</a:t>
            </a:r>
            <a:r>
              <a:rPr lang="sv-SE" altLang="en-US" dirty="0"/>
              <a:t> of </a:t>
            </a:r>
            <a:r>
              <a:rPr lang="sv-SE" altLang="en-US" i="1" dirty="0"/>
              <a:t>A</a:t>
            </a:r>
            <a:r>
              <a:rPr lang="sv-SE" altLang="en-US" dirty="0"/>
              <a:t> (</a:t>
            </a:r>
            <a:r>
              <a:rPr lang="sv-SE" altLang="en-US" i="1" dirty="0"/>
              <a:t>A</a:t>
            </a:r>
            <a:r>
              <a:rPr lang="sv-SE" altLang="en-US" dirty="0"/>
              <a:t> is an n by n matrix).</a:t>
            </a:r>
          </a:p>
          <a:p>
            <a:r>
              <a:rPr lang="sv-SE" altLang="en-US" dirty="0"/>
              <a:t>In the equation </a:t>
            </a:r>
            <a:r>
              <a:rPr lang="sv-SE" altLang="en-US" i="1" dirty="0"/>
              <a:t>A</a:t>
            </a:r>
            <a:r>
              <a:rPr lang="sv-SE" altLang="en-US" b="1" dirty="0"/>
              <a:t>x</a:t>
            </a:r>
            <a:r>
              <a:rPr lang="sv-SE" altLang="en-US" dirty="0"/>
              <a:t>=</a:t>
            </a:r>
            <a:r>
              <a:rPr lang="sv-SE" altLang="en-US" dirty="0">
                <a:sym typeface="Symbol" panose="05050102010706020507" pitchFamily="18" charset="2"/>
              </a:rPr>
              <a:t></a:t>
            </a:r>
            <a:r>
              <a:rPr lang="sv-SE" altLang="en-US" b="1" dirty="0">
                <a:sym typeface="Symbol" panose="05050102010706020507" pitchFamily="18" charset="2"/>
              </a:rPr>
              <a:t>x</a:t>
            </a:r>
            <a:r>
              <a:rPr lang="sv-SE" altLang="en-US" dirty="0">
                <a:sym typeface="Symbol" panose="05050102010706020507" pitchFamily="18" charset="2"/>
              </a:rPr>
              <a:t>,  is called an </a:t>
            </a:r>
            <a:r>
              <a:rPr lang="sv-SE" altLang="en-US" i="1" dirty="0">
                <a:sym typeface="Symbol" panose="05050102010706020507" pitchFamily="18" charset="2"/>
              </a:rPr>
              <a:t>eigenvalue</a:t>
            </a:r>
            <a:r>
              <a:rPr lang="sv-SE" altLang="en-US" dirty="0">
                <a:sym typeface="Symbol" panose="05050102010706020507" pitchFamily="18" charset="2"/>
              </a:rPr>
              <a:t> of </a:t>
            </a:r>
            <a:r>
              <a:rPr lang="sv-SE" altLang="en-US" i="1" dirty="0">
                <a:sym typeface="Symbol" panose="05050102010706020507" pitchFamily="18" charset="2"/>
              </a:rPr>
              <a:t>A</a:t>
            </a:r>
            <a:r>
              <a:rPr lang="sv-SE" altLang="en-US" dirty="0">
                <a:sym typeface="Symbol" panose="05050102010706020507" pitchFamily="18" charset="2"/>
              </a:rPr>
              <a:t>.</a:t>
            </a:r>
          </a:p>
          <a:p>
            <a:pPr lvl="1"/>
            <a:endParaRPr lang="sv-SE" altLang="en-US" dirty="0"/>
          </a:p>
          <a:p>
            <a:endParaRPr lang="en-US" altLang="en-US" dirty="0"/>
          </a:p>
        </p:txBody>
      </p:sp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9683869A-C9B9-A5FC-D066-5B30B29EF10F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53431900"/>
              </p:ext>
            </p:extLst>
          </p:nvPr>
        </p:nvGraphicFramePr>
        <p:xfrm>
          <a:off x="2379453" y="3181903"/>
          <a:ext cx="38100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457200" progId="Equation.3">
                  <p:embed/>
                </p:oleObj>
              </mc:Choice>
              <mc:Fallback>
                <p:oleObj name="Equation" r:id="rId2" imgW="1739880" imgH="457200" progId="Equation.3">
                  <p:embed/>
                  <p:pic>
                    <p:nvPicPr>
                      <p:cNvPr id="7175" name="Object 7">
                        <a:extLst>
                          <a:ext uri="{FF2B5EF4-FFF2-40B4-BE49-F238E27FC236}">
                            <a16:creationId xmlns:a16="http://schemas.microsoft.com/office/drawing/2014/main" id="{9683869A-C9B9-A5FC-D066-5B30B29EF1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453" y="3181903"/>
                        <a:ext cx="38100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7D6C7A3-C85A-9303-5023-620DF4D8F8FC}"/>
                  </a:ext>
                </a:extLst>
              </p14:cNvPr>
              <p14:cNvContentPartPr/>
              <p14:nvPr/>
            </p14:nvContentPartPr>
            <p14:xfrm>
              <a:off x="4483537" y="4891843"/>
              <a:ext cx="452880" cy="853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7D6C7A3-C85A-9303-5023-620DF4D8F8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4537" y="4883203"/>
                <a:ext cx="470520" cy="87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A72EA26-2951-060F-8C97-B499CD560F69}"/>
              </a:ext>
            </a:extLst>
          </p:cNvPr>
          <p:cNvGrpSpPr/>
          <p:nvPr/>
        </p:nvGrpSpPr>
        <p:grpSpPr>
          <a:xfrm>
            <a:off x="1127257" y="4822363"/>
            <a:ext cx="4321800" cy="1550880"/>
            <a:chOff x="1127257" y="4822363"/>
            <a:chExt cx="4321800" cy="155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6EE3CAE-B90D-BC93-6B80-906BF9C2F8B2}"/>
                    </a:ext>
                  </a:extLst>
                </p14:cNvPr>
                <p14:cNvContentPartPr/>
                <p14:nvPr/>
              </p14:nvContentPartPr>
              <p14:xfrm>
                <a:off x="1904497" y="5067883"/>
                <a:ext cx="474120" cy="561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6EE3CAE-B90D-BC93-6B80-906BF9C2F8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95497" y="5058883"/>
                  <a:ext cx="4917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0CFABB-BCE6-6A42-522D-1E06EC147224}"/>
                    </a:ext>
                  </a:extLst>
                </p14:cNvPr>
                <p14:cNvContentPartPr/>
                <p14:nvPr/>
              </p14:nvContentPartPr>
              <p14:xfrm>
                <a:off x="1932217" y="5399443"/>
                <a:ext cx="389160" cy="76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0CFABB-BCE6-6A42-522D-1E06EC1472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23577" y="5390443"/>
                  <a:ext cx="406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E9B6492-C11A-58BE-44D7-CF990585AF27}"/>
                    </a:ext>
                  </a:extLst>
                </p14:cNvPr>
                <p14:cNvContentPartPr/>
                <p14:nvPr/>
              </p14:nvContentPartPr>
              <p14:xfrm>
                <a:off x="2530177" y="5164003"/>
                <a:ext cx="380880" cy="362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E9B6492-C11A-58BE-44D7-CF990585AF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21177" y="5155363"/>
                  <a:ext cx="3985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BD0536-BC8C-9771-3BC3-AF418D538E0D}"/>
                    </a:ext>
                  </a:extLst>
                </p14:cNvPr>
                <p14:cNvContentPartPr/>
                <p14:nvPr/>
              </p14:nvContentPartPr>
              <p14:xfrm>
                <a:off x="2643577" y="5094883"/>
                <a:ext cx="324360" cy="551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BD0536-BC8C-9771-3BC3-AF418D538E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34577" y="5086243"/>
                  <a:ext cx="3420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830906-B61B-48F2-FD5F-E4EB8B6CE327}"/>
                    </a:ext>
                  </a:extLst>
                </p14:cNvPr>
                <p14:cNvContentPartPr/>
                <p14:nvPr/>
              </p14:nvContentPartPr>
              <p14:xfrm>
                <a:off x="3352417" y="5258323"/>
                <a:ext cx="264600" cy="50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830906-B61B-48F2-FD5F-E4EB8B6CE32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43777" y="5249323"/>
                  <a:ext cx="282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0F7DCE3-1DE8-09BB-49F8-966B56E474BC}"/>
                    </a:ext>
                  </a:extLst>
                </p14:cNvPr>
                <p14:cNvContentPartPr/>
                <p14:nvPr/>
              </p14:nvContentPartPr>
              <p14:xfrm>
                <a:off x="3381217" y="5441203"/>
                <a:ext cx="356400" cy="97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0F7DCE3-1DE8-09BB-49F8-966B56E474B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72577" y="5432563"/>
                  <a:ext cx="374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DE990C3-FCF8-9AAC-2F4B-5E09CDE507D0}"/>
                    </a:ext>
                  </a:extLst>
                </p14:cNvPr>
                <p14:cNvContentPartPr/>
                <p14:nvPr/>
              </p14:nvContentPartPr>
              <p14:xfrm>
                <a:off x="1752217" y="5336803"/>
                <a:ext cx="208800" cy="632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DE990C3-FCF8-9AAC-2F4B-5E09CDE507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43577" y="5327803"/>
                  <a:ext cx="22644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009CFF-F26D-1246-AD41-2C9D7FFC8AF7}"/>
                    </a:ext>
                  </a:extLst>
                </p14:cNvPr>
                <p14:cNvContentPartPr/>
                <p14:nvPr/>
              </p14:nvContentPartPr>
              <p14:xfrm>
                <a:off x="2311657" y="5526523"/>
                <a:ext cx="143280" cy="269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009CFF-F26D-1246-AD41-2C9D7FFC8A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03017" y="5517883"/>
                  <a:ext cx="1609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6348FB-295E-4D99-EACB-F0F388856A57}"/>
                    </a:ext>
                  </a:extLst>
                </p14:cNvPr>
                <p14:cNvContentPartPr/>
                <p14:nvPr/>
              </p14:nvContentPartPr>
              <p14:xfrm>
                <a:off x="1294657" y="4822363"/>
                <a:ext cx="4154400" cy="1550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6348FB-295E-4D99-EACB-F0F388856A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85657" y="4813723"/>
                  <a:ext cx="4172040" cy="15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898679-CAA4-A0BF-EE76-B4C06E82F6F4}"/>
                    </a:ext>
                  </a:extLst>
                </p14:cNvPr>
                <p14:cNvContentPartPr/>
                <p14:nvPr/>
              </p14:nvContentPartPr>
              <p14:xfrm>
                <a:off x="3277897" y="5313763"/>
                <a:ext cx="2109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898679-CAA4-A0BF-EE76-B4C06E82F6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68897" y="5304763"/>
                  <a:ext cx="228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E5BF241-10F3-D184-39BF-B0E5CE0237DA}"/>
                    </a:ext>
                  </a:extLst>
                </p14:cNvPr>
                <p14:cNvContentPartPr/>
                <p14:nvPr/>
              </p14:nvContentPartPr>
              <p14:xfrm>
                <a:off x="3513697" y="5441563"/>
                <a:ext cx="248400" cy="91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E5BF241-10F3-D184-39BF-B0E5CE0237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05057" y="5432923"/>
                  <a:ext cx="266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AA69D16-AE87-D339-FAB9-2A88EFAD8DFD}"/>
                    </a:ext>
                  </a:extLst>
                </p14:cNvPr>
                <p14:cNvContentPartPr/>
                <p14:nvPr/>
              </p14:nvContentPartPr>
              <p14:xfrm>
                <a:off x="1127257" y="5742163"/>
                <a:ext cx="1045800" cy="480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AA69D16-AE87-D339-FAB9-2A88EFAD8DF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18257" y="5733163"/>
                  <a:ext cx="1063440" cy="49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169" name="Ink 7168">
                <a:extLst>
                  <a:ext uri="{FF2B5EF4-FFF2-40B4-BE49-F238E27FC236}">
                    <a16:creationId xmlns:a16="http://schemas.microsoft.com/office/drawing/2014/main" id="{D83D671A-F956-D106-A24E-FAED16515D48}"/>
                  </a:ext>
                </a:extLst>
              </p14:cNvPr>
              <p14:cNvContentPartPr/>
              <p14:nvPr/>
            </p14:nvContentPartPr>
            <p14:xfrm>
              <a:off x="10104217" y="4612123"/>
              <a:ext cx="87120" cy="529560"/>
            </p14:xfrm>
          </p:contentPart>
        </mc:Choice>
        <mc:Fallback>
          <p:pic>
            <p:nvPicPr>
              <p:cNvPr id="7169" name="Ink 7168">
                <a:extLst>
                  <a:ext uri="{FF2B5EF4-FFF2-40B4-BE49-F238E27FC236}">
                    <a16:creationId xmlns:a16="http://schemas.microsoft.com/office/drawing/2014/main" id="{D83D671A-F956-D106-A24E-FAED16515D4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095217" y="4603123"/>
                <a:ext cx="104760" cy="54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76" name="Group 7175">
            <a:extLst>
              <a:ext uri="{FF2B5EF4-FFF2-40B4-BE49-F238E27FC236}">
                <a16:creationId xmlns:a16="http://schemas.microsoft.com/office/drawing/2014/main" id="{1F230C40-0FE4-A5B0-3E5E-EDCB91A4A9C5}"/>
              </a:ext>
            </a:extLst>
          </p:cNvPr>
          <p:cNvGrpSpPr/>
          <p:nvPr/>
        </p:nvGrpSpPr>
        <p:grpSpPr>
          <a:xfrm>
            <a:off x="9765097" y="2904283"/>
            <a:ext cx="1537200" cy="983160"/>
            <a:chOff x="9765097" y="2904283"/>
            <a:chExt cx="153720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DD44CE4-A5EC-B273-13C1-ED814AEB2DD2}"/>
                    </a:ext>
                  </a:extLst>
                </p14:cNvPr>
                <p14:cNvContentPartPr/>
                <p14:nvPr/>
              </p14:nvContentPartPr>
              <p14:xfrm>
                <a:off x="9765097" y="2995363"/>
                <a:ext cx="582840" cy="892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DD44CE4-A5EC-B273-13C1-ED814AEB2DD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56097" y="2986723"/>
                  <a:ext cx="60048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4A7109D-DB45-5883-5791-7F348AD8303B}"/>
                    </a:ext>
                  </a:extLst>
                </p14:cNvPr>
                <p14:cNvContentPartPr/>
                <p14:nvPr/>
              </p14:nvContentPartPr>
              <p14:xfrm>
                <a:off x="10150297" y="2904283"/>
                <a:ext cx="294120" cy="183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4A7109D-DB45-5883-5791-7F348AD8303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41297" y="2895283"/>
                  <a:ext cx="311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9B22C68-8267-0191-0E84-0D35417804B6}"/>
                    </a:ext>
                  </a:extLst>
                </p14:cNvPr>
                <p14:cNvContentPartPr/>
                <p14:nvPr/>
              </p14:nvContentPartPr>
              <p14:xfrm>
                <a:off x="10334257" y="3583243"/>
                <a:ext cx="347400" cy="47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9B22C68-8267-0191-0E84-0D35417804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25257" y="3574243"/>
                  <a:ext cx="365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D7D3099-E994-8FB2-E0CF-1ACE4FB63DB1}"/>
                    </a:ext>
                  </a:extLst>
                </p14:cNvPr>
                <p14:cNvContentPartPr/>
                <p14:nvPr/>
              </p14:nvContentPartPr>
              <p14:xfrm>
                <a:off x="10476817" y="3421603"/>
                <a:ext cx="105120" cy="389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D7D3099-E994-8FB2-E0CF-1ACE4FB63D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68177" y="3412963"/>
                  <a:ext cx="1227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7172" name="Ink 7171">
                  <a:extLst>
                    <a:ext uri="{FF2B5EF4-FFF2-40B4-BE49-F238E27FC236}">
                      <a16:creationId xmlns:a16="http://schemas.microsoft.com/office/drawing/2014/main" id="{E01BDBEE-8838-42E7-50E9-4B4C7EA23092}"/>
                    </a:ext>
                  </a:extLst>
                </p14:cNvPr>
                <p14:cNvContentPartPr/>
                <p14:nvPr/>
              </p14:nvContentPartPr>
              <p14:xfrm>
                <a:off x="10736737" y="3424843"/>
                <a:ext cx="146160" cy="77760"/>
              </p14:xfrm>
            </p:contentPart>
          </mc:Choice>
          <mc:Fallback>
            <p:pic>
              <p:nvPicPr>
                <p:cNvPr id="7172" name="Ink 7171">
                  <a:extLst>
                    <a:ext uri="{FF2B5EF4-FFF2-40B4-BE49-F238E27FC236}">
                      <a16:creationId xmlns:a16="http://schemas.microsoft.com/office/drawing/2014/main" id="{E01BDBEE-8838-42E7-50E9-4B4C7EA230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727737" y="3416203"/>
                  <a:ext cx="163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173" name="Ink 7172">
                  <a:extLst>
                    <a:ext uri="{FF2B5EF4-FFF2-40B4-BE49-F238E27FC236}">
                      <a16:creationId xmlns:a16="http://schemas.microsoft.com/office/drawing/2014/main" id="{DB730BAA-54AF-3510-8C9F-BA9F9C18E7A3}"/>
                    </a:ext>
                  </a:extLst>
                </p14:cNvPr>
                <p14:cNvContentPartPr/>
                <p14:nvPr/>
              </p14:nvContentPartPr>
              <p14:xfrm>
                <a:off x="10777057" y="3528163"/>
                <a:ext cx="157680" cy="100800"/>
              </p14:xfrm>
            </p:contentPart>
          </mc:Choice>
          <mc:Fallback>
            <p:pic>
              <p:nvPicPr>
                <p:cNvPr id="7173" name="Ink 7172">
                  <a:extLst>
                    <a:ext uri="{FF2B5EF4-FFF2-40B4-BE49-F238E27FC236}">
                      <a16:creationId xmlns:a16="http://schemas.microsoft.com/office/drawing/2014/main" id="{DB730BAA-54AF-3510-8C9F-BA9F9C18E7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68417" y="3519523"/>
                  <a:ext cx="175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74" name="Ink 7173">
                  <a:extLst>
                    <a:ext uri="{FF2B5EF4-FFF2-40B4-BE49-F238E27FC236}">
                      <a16:creationId xmlns:a16="http://schemas.microsoft.com/office/drawing/2014/main" id="{299CF96A-4011-D685-08C4-6B32118E31B4}"/>
                    </a:ext>
                  </a:extLst>
                </p14:cNvPr>
                <p14:cNvContentPartPr/>
                <p14:nvPr/>
              </p14:nvContentPartPr>
              <p14:xfrm>
                <a:off x="11093497" y="3147643"/>
                <a:ext cx="208800" cy="446400"/>
              </p14:xfrm>
            </p:contentPart>
          </mc:Choice>
          <mc:Fallback>
            <p:pic>
              <p:nvPicPr>
                <p:cNvPr id="7174" name="Ink 7173">
                  <a:extLst>
                    <a:ext uri="{FF2B5EF4-FFF2-40B4-BE49-F238E27FC236}">
                      <a16:creationId xmlns:a16="http://schemas.microsoft.com/office/drawing/2014/main" id="{299CF96A-4011-D685-08C4-6B32118E31B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084857" y="3138643"/>
                  <a:ext cx="226440" cy="46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89" name="Group 7188">
            <a:extLst>
              <a:ext uri="{FF2B5EF4-FFF2-40B4-BE49-F238E27FC236}">
                <a16:creationId xmlns:a16="http://schemas.microsoft.com/office/drawing/2014/main" id="{D211CABA-BF7E-7548-7408-5C0A808DC952}"/>
              </a:ext>
            </a:extLst>
          </p:cNvPr>
          <p:cNvGrpSpPr/>
          <p:nvPr/>
        </p:nvGrpSpPr>
        <p:grpSpPr>
          <a:xfrm>
            <a:off x="10293577" y="4841803"/>
            <a:ext cx="1437840" cy="926280"/>
            <a:chOff x="10293577" y="4841803"/>
            <a:chExt cx="1437840" cy="92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177" name="Ink 7176">
                  <a:extLst>
                    <a:ext uri="{FF2B5EF4-FFF2-40B4-BE49-F238E27FC236}">
                      <a16:creationId xmlns:a16="http://schemas.microsoft.com/office/drawing/2014/main" id="{25B33B4D-A2D8-83B8-36AE-D3716E7EEBF5}"/>
                    </a:ext>
                  </a:extLst>
                </p14:cNvPr>
                <p14:cNvContentPartPr/>
                <p14:nvPr/>
              </p14:nvContentPartPr>
              <p14:xfrm>
                <a:off x="10363057" y="4910563"/>
                <a:ext cx="282960" cy="685080"/>
              </p14:xfrm>
            </p:contentPart>
          </mc:Choice>
          <mc:Fallback>
            <p:pic>
              <p:nvPicPr>
                <p:cNvPr id="7177" name="Ink 7176">
                  <a:extLst>
                    <a:ext uri="{FF2B5EF4-FFF2-40B4-BE49-F238E27FC236}">
                      <a16:creationId xmlns:a16="http://schemas.microsoft.com/office/drawing/2014/main" id="{25B33B4D-A2D8-83B8-36AE-D3716E7EEB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54417" y="4901563"/>
                  <a:ext cx="30060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178" name="Ink 7177">
                  <a:extLst>
                    <a:ext uri="{FF2B5EF4-FFF2-40B4-BE49-F238E27FC236}">
                      <a16:creationId xmlns:a16="http://schemas.microsoft.com/office/drawing/2014/main" id="{61E2FE60-CB0D-50EA-8F82-F708F43FD24C}"/>
                    </a:ext>
                  </a:extLst>
                </p14:cNvPr>
                <p14:cNvContentPartPr/>
                <p14:nvPr/>
              </p14:nvContentPartPr>
              <p14:xfrm>
                <a:off x="10512817" y="4862323"/>
                <a:ext cx="209880" cy="77760"/>
              </p14:xfrm>
            </p:contentPart>
          </mc:Choice>
          <mc:Fallback>
            <p:pic>
              <p:nvPicPr>
                <p:cNvPr id="7178" name="Ink 7177">
                  <a:extLst>
                    <a:ext uri="{FF2B5EF4-FFF2-40B4-BE49-F238E27FC236}">
                      <a16:creationId xmlns:a16="http://schemas.microsoft.com/office/drawing/2014/main" id="{61E2FE60-CB0D-50EA-8F82-F708F43FD24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03817" y="4853683"/>
                  <a:ext cx="227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180" name="Ink 7179">
                  <a:extLst>
                    <a:ext uri="{FF2B5EF4-FFF2-40B4-BE49-F238E27FC236}">
                      <a16:creationId xmlns:a16="http://schemas.microsoft.com/office/drawing/2014/main" id="{83040892-BEA1-BF88-349B-E7877BB06FB8}"/>
                    </a:ext>
                  </a:extLst>
                </p14:cNvPr>
                <p14:cNvContentPartPr/>
                <p14:nvPr/>
              </p14:nvContentPartPr>
              <p14:xfrm>
                <a:off x="10610017" y="5187043"/>
                <a:ext cx="151560" cy="50400"/>
              </p14:xfrm>
            </p:contentPart>
          </mc:Choice>
          <mc:Fallback>
            <p:pic>
              <p:nvPicPr>
                <p:cNvPr id="7180" name="Ink 7179">
                  <a:extLst>
                    <a:ext uri="{FF2B5EF4-FFF2-40B4-BE49-F238E27FC236}">
                      <a16:creationId xmlns:a16="http://schemas.microsoft.com/office/drawing/2014/main" id="{83040892-BEA1-BF88-349B-E7877BB06FB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01377" y="5178403"/>
                  <a:ext cx="1692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181" name="Ink 7180">
                  <a:extLst>
                    <a:ext uri="{FF2B5EF4-FFF2-40B4-BE49-F238E27FC236}">
                      <a16:creationId xmlns:a16="http://schemas.microsoft.com/office/drawing/2014/main" id="{A6525DC1-10B6-5703-6893-8E014D8522AE}"/>
                    </a:ext>
                  </a:extLst>
                </p14:cNvPr>
                <p14:cNvContentPartPr/>
                <p14:nvPr/>
              </p14:nvContentPartPr>
              <p14:xfrm>
                <a:off x="10689217" y="5112523"/>
                <a:ext cx="134280" cy="208080"/>
              </p14:xfrm>
            </p:contentPart>
          </mc:Choice>
          <mc:Fallback>
            <p:pic>
              <p:nvPicPr>
                <p:cNvPr id="7181" name="Ink 7180">
                  <a:extLst>
                    <a:ext uri="{FF2B5EF4-FFF2-40B4-BE49-F238E27FC236}">
                      <a16:creationId xmlns:a16="http://schemas.microsoft.com/office/drawing/2014/main" id="{A6525DC1-10B6-5703-6893-8E014D8522A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680577" y="5103523"/>
                  <a:ext cx="151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182" name="Ink 7181">
                  <a:extLst>
                    <a:ext uri="{FF2B5EF4-FFF2-40B4-BE49-F238E27FC236}">
                      <a16:creationId xmlns:a16="http://schemas.microsoft.com/office/drawing/2014/main" id="{8A9F18DB-EDDB-D6B3-5A32-AF454328F2B6}"/>
                    </a:ext>
                  </a:extLst>
                </p14:cNvPr>
                <p14:cNvContentPartPr/>
                <p14:nvPr/>
              </p14:nvContentPartPr>
              <p14:xfrm>
                <a:off x="10984057" y="5152123"/>
                <a:ext cx="144720" cy="64080"/>
              </p14:xfrm>
            </p:contentPart>
          </mc:Choice>
          <mc:Fallback>
            <p:pic>
              <p:nvPicPr>
                <p:cNvPr id="7182" name="Ink 7181">
                  <a:extLst>
                    <a:ext uri="{FF2B5EF4-FFF2-40B4-BE49-F238E27FC236}">
                      <a16:creationId xmlns:a16="http://schemas.microsoft.com/office/drawing/2014/main" id="{8A9F18DB-EDDB-D6B3-5A32-AF454328F2B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975057" y="5143483"/>
                  <a:ext cx="1623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183" name="Ink 7182">
                  <a:extLst>
                    <a:ext uri="{FF2B5EF4-FFF2-40B4-BE49-F238E27FC236}">
                      <a16:creationId xmlns:a16="http://schemas.microsoft.com/office/drawing/2014/main" id="{50F653CB-DDE3-827B-9273-3F10F246B6F5}"/>
                    </a:ext>
                  </a:extLst>
                </p14:cNvPr>
                <p14:cNvContentPartPr/>
                <p14:nvPr/>
              </p14:nvContentPartPr>
              <p14:xfrm>
                <a:off x="11030137" y="5258683"/>
                <a:ext cx="167400" cy="107280"/>
              </p14:xfrm>
            </p:contentPart>
          </mc:Choice>
          <mc:Fallback>
            <p:pic>
              <p:nvPicPr>
                <p:cNvPr id="7183" name="Ink 7182">
                  <a:extLst>
                    <a:ext uri="{FF2B5EF4-FFF2-40B4-BE49-F238E27FC236}">
                      <a16:creationId xmlns:a16="http://schemas.microsoft.com/office/drawing/2014/main" id="{50F653CB-DDE3-827B-9273-3F10F246B6F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21137" y="5249683"/>
                  <a:ext cx="185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184" name="Ink 7183">
                  <a:extLst>
                    <a:ext uri="{FF2B5EF4-FFF2-40B4-BE49-F238E27FC236}">
                      <a16:creationId xmlns:a16="http://schemas.microsoft.com/office/drawing/2014/main" id="{0CA86F4C-26FA-41A5-BDC9-6A1EB49AC865}"/>
                    </a:ext>
                  </a:extLst>
                </p14:cNvPr>
                <p14:cNvContentPartPr/>
                <p14:nvPr/>
              </p14:nvContentPartPr>
              <p14:xfrm>
                <a:off x="11416777" y="4870603"/>
                <a:ext cx="104400" cy="312120"/>
              </p14:xfrm>
            </p:contentPart>
          </mc:Choice>
          <mc:Fallback>
            <p:pic>
              <p:nvPicPr>
                <p:cNvPr id="7184" name="Ink 7183">
                  <a:extLst>
                    <a:ext uri="{FF2B5EF4-FFF2-40B4-BE49-F238E27FC236}">
                      <a16:creationId xmlns:a16="http://schemas.microsoft.com/office/drawing/2014/main" id="{0CA86F4C-26FA-41A5-BDC9-6A1EB49AC86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407777" y="4861963"/>
                  <a:ext cx="1220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185" name="Ink 7184">
                  <a:extLst>
                    <a:ext uri="{FF2B5EF4-FFF2-40B4-BE49-F238E27FC236}">
                      <a16:creationId xmlns:a16="http://schemas.microsoft.com/office/drawing/2014/main" id="{5C4A002A-1492-9C1B-415D-2418D82AA1DE}"/>
                    </a:ext>
                  </a:extLst>
                </p14:cNvPr>
                <p14:cNvContentPartPr/>
                <p14:nvPr/>
              </p14:nvContentPartPr>
              <p14:xfrm>
                <a:off x="10466737" y="5378923"/>
                <a:ext cx="1264680" cy="389160"/>
              </p14:xfrm>
            </p:contentPart>
          </mc:Choice>
          <mc:Fallback>
            <p:pic>
              <p:nvPicPr>
                <p:cNvPr id="7185" name="Ink 7184">
                  <a:extLst>
                    <a:ext uri="{FF2B5EF4-FFF2-40B4-BE49-F238E27FC236}">
                      <a16:creationId xmlns:a16="http://schemas.microsoft.com/office/drawing/2014/main" id="{5C4A002A-1492-9C1B-415D-2418D82AA1D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57737" y="5370283"/>
                  <a:ext cx="12823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186" name="Ink 7185">
                  <a:extLst>
                    <a:ext uri="{FF2B5EF4-FFF2-40B4-BE49-F238E27FC236}">
                      <a16:creationId xmlns:a16="http://schemas.microsoft.com/office/drawing/2014/main" id="{DC4A1D34-FA5B-FED9-FF36-80DF1C836E48}"/>
                    </a:ext>
                  </a:extLst>
                </p14:cNvPr>
                <p14:cNvContentPartPr/>
                <p14:nvPr/>
              </p14:nvContentPartPr>
              <p14:xfrm>
                <a:off x="10575817" y="5192803"/>
                <a:ext cx="252360" cy="136440"/>
              </p14:xfrm>
            </p:contentPart>
          </mc:Choice>
          <mc:Fallback>
            <p:pic>
              <p:nvPicPr>
                <p:cNvPr id="7186" name="Ink 7185">
                  <a:extLst>
                    <a:ext uri="{FF2B5EF4-FFF2-40B4-BE49-F238E27FC236}">
                      <a16:creationId xmlns:a16="http://schemas.microsoft.com/office/drawing/2014/main" id="{DC4A1D34-FA5B-FED9-FF36-80DF1C836E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66817" y="5183803"/>
                  <a:ext cx="2700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188" name="Ink 7187">
                  <a:extLst>
                    <a:ext uri="{FF2B5EF4-FFF2-40B4-BE49-F238E27FC236}">
                      <a16:creationId xmlns:a16="http://schemas.microsoft.com/office/drawing/2014/main" id="{0B8BBA57-42A8-9E02-A6D9-B4849FF5AE5C}"/>
                    </a:ext>
                  </a:extLst>
                </p14:cNvPr>
                <p14:cNvContentPartPr/>
                <p14:nvPr/>
              </p14:nvContentPartPr>
              <p14:xfrm>
                <a:off x="10293577" y="4841803"/>
                <a:ext cx="488520" cy="192240"/>
              </p14:xfrm>
            </p:contentPart>
          </mc:Choice>
          <mc:Fallback>
            <p:pic>
              <p:nvPicPr>
                <p:cNvPr id="7188" name="Ink 7187">
                  <a:extLst>
                    <a:ext uri="{FF2B5EF4-FFF2-40B4-BE49-F238E27FC236}">
                      <a16:creationId xmlns:a16="http://schemas.microsoft.com/office/drawing/2014/main" id="{0B8BBA57-42A8-9E02-A6D9-B4849FF5AE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284577" y="4833163"/>
                  <a:ext cx="50616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190" name="Ink 7189">
                <a:extLst>
                  <a:ext uri="{FF2B5EF4-FFF2-40B4-BE49-F238E27FC236}">
                    <a16:creationId xmlns:a16="http://schemas.microsoft.com/office/drawing/2014/main" id="{2C13E4D7-687F-E37B-50CB-C8BAEDD8FC0C}"/>
                  </a:ext>
                </a:extLst>
              </p14:cNvPr>
              <p14:cNvContentPartPr/>
              <p14:nvPr/>
            </p14:nvContentPartPr>
            <p14:xfrm>
              <a:off x="1689937" y="3075283"/>
              <a:ext cx="1686240" cy="1428480"/>
            </p14:xfrm>
          </p:contentPart>
        </mc:Choice>
        <mc:Fallback>
          <p:pic>
            <p:nvPicPr>
              <p:cNvPr id="7190" name="Ink 7189">
                <a:extLst>
                  <a:ext uri="{FF2B5EF4-FFF2-40B4-BE49-F238E27FC236}">
                    <a16:creationId xmlns:a16="http://schemas.microsoft.com/office/drawing/2014/main" id="{2C13E4D7-687F-E37B-50CB-C8BAEDD8FC0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80937" y="3066643"/>
                <a:ext cx="1703880" cy="14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191" name="Ink 7190">
                <a:extLst>
                  <a:ext uri="{FF2B5EF4-FFF2-40B4-BE49-F238E27FC236}">
                    <a16:creationId xmlns:a16="http://schemas.microsoft.com/office/drawing/2014/main" id="{A24721A7-1530-ABF2-9F44-FC4220E40F45}"/>
                  </a:ext>
                </a:extLst>
              </p14:cNvPr>
              <p14:cNvContentPartPr/>
              <p14:nvPr/>
            </p14:nvContentPartPr>
            <p14:xfrm>
              <a:off x="832777" y="108163"/>
              <a:ext cx="1956960" cy="1091880"/>
            </p14:xfrm>
          </p:contentPart>
        </mc:Choice>
        <mc:Fallback>
          <p:pic>
            <p:nvPicPr>
              <p:cNvPr id="7191" name="Ink 7190">
                <a:extLst>
                  <a:ext uri="{FF2B5EF4-FFF2-40B4-BE49-F238E27FC236}">
                    <a16:creationId xmlns:a16="http://schemas.microsoft.com/office/drawing/2014/main" id="{A24721A7-1530-ABF2-9F44-FC4220E40F4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3777" y="99523"/>
                <a:ext cx="1974600" cy="11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192" name="Ink 7191">
                <a:extLst>
                  <a:ext uri="{FF2B5EF4-FFF2-40B4-BE49-F238E27FC236}">
                    <a16:creationId xmlns:a16="http://schemas.microsoft.com/office/drawing/2014/main" id="{8410B5F8-0D4E-3334-1F33-E424FE43FEF5}"/>
                  </a:ext>
                </a:extLst>
              </p14:cNvPr>
              <p14:cNvContentPartPr/>
              <p14:nvPr/>
            </p14:nvContentPartPr>
            <p14:xfrm>
              <a:off x="3537097" y="252883"/>
              <a:ext cx="3040200" cy="1045800"/>
            </p14:xfrm>
          </p:contentPart>
        </mc:Choice>
        <mc:Fallback>
          <p:pic>
            <p:nvPicPr>
              <p:cNvPr id="7192" name="Ink 7191">
                <a:extLst>
                  <a:ext uri="{FF2B5EF4-FFF2-40B4-BE49-F238E27FC236}">
                    <a16:creationId xmlns:a16="http://schemas.microsoft.com/office/drawing/2014/main" id="{8410B5F8-0D4E-3334-1F33-E424FE43FEF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528097" y="244243"/>
                <a:ext cx="3057840" cy="10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02" name="Group 7201">
            <a:extLst>
              <a:ext uri="{FF2B5EF4-FFF2-40B4-BE49-F238E27FC236}">
                <a16:creationId xmlns:a16="http://schemas.microsoft.com/office/drawing/2014/main" id="{AE6531BD-8B52-C260-38E9-8319DF2E066B}"/>
              </a:ext>
            </a:extLst>
          </p:cNvPr>
          <p:cNvGrpSpPr/>
          <p:nvPr/>
        </p:nvGrpSpPr>
        <p:grpSpPr>
          <a:xfrm>
            <a:off x="6175177" y="3563083"/>
            <a:ext cx="2797200" cy="2223360"/>
            <a:chOff x="6175177" y="3563083"/>
            <a:chExt cx="2797200" cy="22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677EFDA-7C1A-15F5-266E-8AD14D56B2E2}"/>
                    </a:ext>
                  </a:extLst>
                </p14:cNvPr>
                <p14:cNvContentPartPr/>
                <p14:nvPr/>
              </p14:nvContentPartPr>
              <p14:xfrm>
                <a:off x="6440857" y="4629403"/>
                <a:ext cx="410400" cy="687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677EFDA-7C1A-15F5-266E-8AD14D56B2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31857" y="4620763"/>
                  <a:ext cx="42804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8565C71-46F0-AE0C-44F0-D7F4ECDAD692}"/>
                    </a:ext>
                  </a:extLst>
                </p14:cNvPr>
                <p14:cNvContentPartPr/>
                <p14:nvPr/>
              </p14:nvContentPartPr>
              <p14:xfrm>
                <a:off x="7107937" y="4665043"/>
                <a:ext cx="313200" cy="154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8565C71-46F0-AE0C-44F0-D7F4ECDAD69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99297" y="4656403"/>
                  <a:ext cx="330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A77DF2-F9E7-7F96-1FDD-7FF5D943DBEE}"/>
                    </a:ext>
                  </a:extLst>
                </p14:cNvPr>
                <p14:cNvContentPartPr/>
                <p14:nvPr/>
              </p14:nvContentPartPr>
              <p14:xfrm>
                <a:off x="7303777" y="4820563"/>
                <a:ext cx="229680" cy="18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A77DF2-F9E7-7F96-1FDD-7FF5D943DBE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94777" y="4811563"/>
                  <a:ext cx="247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F1A04B-A213-2B6A-BD2A-38BBBC07740D}"/>
                    </a:ext>
                  </a:extLst>
                </p14:cNvPr>
                <p14:cNvContentPartPr/>
                <p14:nvPr/>
              </p14:nvContentPartPr>
              <p14:xfrm>
                <a:off x="7752337" y="4129003"/>
                <a:ext cx="457920" cy="617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F1A04B-A213-2B6A-BD2A-38BBBC07740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43337" y="4120363"/>
                  <a:ext cx="47556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5F898E-F75B-E529-879B-3C489DA72EC6}"/>
                    </a:ext>
                  </a:extLst>
                </p14:cNvPr>
                <p14:cNvContentPartPr/>
                <p14:nvPr/>
              </p14:nvContentPartPr>
              <p14:xfrm>
                <a:off x="8091457" y="4094803"/>
                <a:ext cx="323280" cy="404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5F898E-F75B-E529-879B-3C489DA72EC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82457" y="4085803"/>
                  <a:ext cx="3409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AAFB77-EDF8-0D91-EA9A-A33A186FA7B5}"/>
                    </a:ext>
                  </a:extLst>
                </p14:cNvPr>
                <p14:cNvContentPartPr/>
                <p14:nvPr/>
              </p14:nvContentPartPr>
              <p14:xfrm>
                <a:off x="8488177" y="4232323"/>
                <a:ext cx="358920" cy="185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AAFB77-EDF8-0D91-EA9A-A33A186FA7B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79177" y="4223683"/>
                  <a:ext cx="376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D03AE27-D37D-5EEE-F3B0-5DD8B697A9DF}"/>
                    </a:ext>
                  </a:extLst>
                </p14:cNvPr>
                <p14:cNvContentPartPr/>
                <p14:nvPr/>
              </p14:nvContentPartPr>
              <p14:xfrm>
                <a:off x="8400337" y="3973843"/>
                <a:ext cx="145800" cy="317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D03AE27-D37D-5EEE-F3B0-5DD8B697A9D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91337" y="3964843"/>
                  <a:ext cx="163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3989804-E973-DE49-ADB9-2CFCB85958FF}"/>
                    </a:ext>
                  </a:extLst>
                </p14:cNvPr>
                <p14:cNvContentPartPr/>
                <p14:nvPr/>
              </p14:nvContentPartPr>
              <p14:xfrm>
                <a:off x="6175177" y="3617443"/>
                <a:ext cx="2797200" cy="2169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3989804-E973-DE49-ADB9-2CFCB85958F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66177" y="3608443"/>
                  <a:ext cx="2814840" cy="21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B3F09E-4528-7C60-8435-195FA3CA02D8}"/>
                    </a:ext>
                  </a:extLst>
                </p14:cNvPr>
                <p14:cNvContentPartPr/>
                <p14:nvPr/>
              </p14:nvContentPartPr>
              <p14:xfrm>
                <a:off x="8194777" y="4082923"/>
                <a:ext cx="181800" cy="47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B3F09E-4528-7C60-8435-195FA3CA02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86137" y="4074283"/>
                  <a:ext cx="199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651EA7D-D450-D1C1-77A0-EFBE5C78C644}"/>
                    </a:ext>
                  </a:extLst>
                </p14:cNvPr>
                <p14:cNvContentPartPr/>
                <p14:nvPr/>
              </p14:nvContentPartPr>
              <p14:xfrm>
                <a:off x="8401777" y="3563083"/>
                <a:ext cx="465480" cy="492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651EA7D-D450-D1C1-77A0-EFBE5C78C64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92777" y="3554443"/>
                  <a:ext cx="48312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193" name="Ink 7192">
                  <a:extLst>
                    <a:ext uri="{FF2B5EF4-FFF2-40B4-BE49-F238E27FC236}">
                      <a16:creationId xmlns:a16="http://schemas.microsoft.com/office/drawing/2014/main" id="{AC0F3A0D-5C96-C636-1194-CDC6EB89546F}"/>
                    </a:ext>
                  </a:extLst>
                </p14:cNvPr>
                <p14:cNvContentPartPr/>
                <p14:nvPr/>
              </p14:nvContentPartPr>
              <p14:xfrm>
                <a:off x="7572697" y="3931003"/>
                <a:ext cx="874080" cy="1037520"/>
              </p14:xfrm>
            </p:contentPart>
          </mc:Choice>
          <mc:Fallback>
            <p:pic>
              <p:nvPicPr>
                <p:cNvPr id="7193" name="Ink 7192">
                  <a:extLst>
                    <a:ext uri="{FF2B5EF4-FFF2-40B4-BE49-F238E27FC236}">
                      <a16:creationId xmlns:a16="http://schemas.microsoft.com/office/drawing/2014/main" id="{AC0F3A0D-5C96-C636-1194-CDC6EB89546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63697" y="3922363"/>
                  <a:ext cx="891720" cy="10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95" name="Ink 7194">
                  <a:extLst>
                    <a:ext uri="{FF2B5EF4-FFF2-40B4-BE49-F238E27FC236}">
                      <a16:creationId xmlns:a16="http://schemas.microsoft.com/office/drawing/2014/main" id="{C60F41CB-5343-1D76-A36D-A772343AB34E}"/>
                    </a:ext>
                  </a:extLst>
                </p14:cNvPr>
                <p14:cNvContentPartPr/>
                <p14:nvPr/>
              </p14:nvContentPartPr>
              <p14:xfrm>
                <a:off x="7769257" y="4025683"/>
                <a:ext cx="657360" cy="816120"/>
              </p14:xfrm>
            </p:contentPart>
          </mc:Choice>
          <mc:Fallback>
            <p:pic>
              <p:nvPicPr>
                <p:cNvPr id="7195" name="Ink 7194">
                  <a:extLst>
                    <a:ext uri="{FF2B5EF4-FFF2-40B4-BE49-F238E27FC236}">
                      <a16:creationId xmlns:a16="http://schemas.microsoft.com/office/drawing/2014/main" id="{C60F41CB-5343-1D76-A36D-A772343AB3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60617" y="4016683"/>
                  <a:ext cx="67500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96" name="Ink 7195">
                  <a:extLst>
                    <a:ext uri="{FF2B5EF4-FFF2-40B4-BE49-F238E27FC236}">
                      <a16:creationId xmlns:a16="http://schemas.microsoft.com/office/drawing/2014/main" id="{8EB42E85-1B9B-27BC-6C31-DD48081C5FF9}"/>
                    </a:ext>
                  </a:extLst>
                </p14:cNvPr>
                <p14:cNvContentPartPr/>
                <p14:nvPr/>
              </p14:nvContentPartPr>
              <p14:xfrm>
                <a:off x="7877257" y="4526083"/>
                <a:ext cx="456120" cy="408600"/>
              </p14:xfrm>
            </p:contentPart>
          </mc:Choice>
          <mc:Fallback>
            <p:pic>
              <p:nvPicPr>
                <p:cNvPr id="7196" name="Ink 7195">
                  <a:extLst>
                    <a:ext uri="{FF2B5EF4-FFF2-40B4-BE49-F238E27FC236}">
                      <a16:creationId xmlns:a16="http://schemas.microsoft.com/office/drawing/2014/main" id="{8EB42E85-1B9B-27BC-6C31-DD48081C5F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68617" y="4517083"/>
                  <a:ext cx="47376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98" name="Ink 7197">
                  <a:extLst>
                    <a:ext uri="{FF2B5EF4-FFF2-40B4-BE49-F238E27FC236}">
                      <a16:creationId xmlns:a16="http://schemas.microsoft.com/office/drawing/2014/main" id="{7D4C2E21-6A09-DD18-8C45-1C0DE0741DEC}"/>
                    </a:ext>
                  </a:extLst>
                </p14:cNvPr>
                <p14:cNvContentPartPr/>
                <p14:nvPr/>
              </p14:nvContentPartPr>
              <p14:xfrm>
                <a:off x="7838377" y="4146283"/>
                <a:ext cx="561240" cy="586800"/>
              </p14:xfrm>
            </p:contentPart>
          </mc:Choice>
          <mc:Fallback>
            <p:pic>
              <p:nvPicPr>
                <p:cNvPr id="7198" name="Ink 7197">
                  <a:extLst>
                    <a:ext uri="{FF2B5EF4-FFF2-40B4-BE49-F238E27FC236}">
                      <a16:creationId xmlns:a16="http://schemas.microsoft.com/office/drawing/2014/main" id="{7D4C2E21-6A09-DD18-8C45-1C0DE0741DE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29737" y="4137643"/>
                  <a:ext cx="57888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99" name="Ink 7198">
                  <a:extLst>
                    <a:ext uri="{FF2B5EF4-FFF2-40B4-BE49-F238E27FC236}">
                      <a16:creationId xmlns:a16="http://schemas.microsoft.com/office/drawing/2014/main" id="{A5E6A981-320F-0118-597F-355E25CFC00D}"/>
                    </a:ext>
                  </a:extLst>
                </p14:cNvPr>
                <p14:cNvContentPartPr/>
                <p14:nvPr/>
              </p14:nvContentPartPr>
              <p14:xfrm>
                <a:off x="7719217" y="4531483"/>
                <a:ext cx="499320" cy="449640"/>
              </p14:xfrm>
            </p:contentPart>
          </mc:Choice>
          <mc:Fallback>
            <p:pic>
              <p:nvPicPr>
                <p:cNvPr id="7199" name="Ink 7198">
                  <a:extLst>
                    <a:ext uri="{FF2B5EF4-FFF2-40B4-BE49-F238E27FC236}">
                      <a16:creationId xmlns:a16="http://schemas.microsoft.com/office/drawing/2014/main" id="{A5E6A981-320F-0118-597F-355E25CFC0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10217" y="4522843"/>
                  <a:ext cx="5169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01" name="Ink 7200">
                  <a:extLst>
                    <a:ext uri="{FF2B5EF4-FFF2-40B4-BE49-F238E27FC236}">
                      <a16:creationId xmlns:a16="http://schemas.microsoft.com/office/drawing/2014/main" id="{964205A5-6A0C-DC81-BF96-67D37A151FDF}"/>
                    </a:ext>
                  </a:extLst>
                </p14:cNvPr>
                <p14:cNvContentPartPr/>
                <p14:nvPr/>
              </p14:nvContentPartPr>
              <p14:xfrm>
                <a:off x="7647937" y="3904723"/>
                <a:ext cx="904680" cy="1193040"/>
              </p14:xfrm>
            </p:contentPart>
          </mc:Choice>
          <mc:Fallback>
            <p:pic>
              <p:nvPicPr>
                <p:cNvPr id="7201" name="Ink 7200">
                  <a:extLst>
                    <a:ext uri="{FF2B5EF4-FFF2-40B4-BE49-F238E27FC236}">
                      <a16:creationId xmlns:a16="http://schemas.microsoft.com/office/drawing/2014/main" id="{964205A5-6A0C-DC81-BF96-67D37A151FD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38937" y="3895723"/>
                  <a:ext cx="922320" cy="121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203" name="Ink 7202">
                <a:extLst>
                  <a:ext uri="{FF2B5EF4-FFF2-40B4-BE49-F238E27FC236}">
                    <a16:creationId xmlns:a16="http://schemas.microsoft.com/office/drawing/2014/main" id="{896AE83C-8596-3CF9-5144-5DAE36E25CC7}"/>
                  </a:ext>
                </a:extLst>
              </p14:cNvPr>
              <p14:cNvContentPartPr/>
              <p14:nvPr/>
            </p14:nvContentPartPr>
            <p14:xfrm>
              <a:off x="6227737" y="6182083"/>
              <a:ext cx="57960" cy="129600"/>
            </p14:xfrm>
          </p:contentPart>
        </mc:Choice>
        <mc:Fallback>
          <p:pic>
            <p:nvPicPr>
              <p:cNvPr id="7203" name="Ink 7202">
                <a:extLst>
                  <a:ext uri="{FF2B5EF4-FFF2-40B4-BE49-F238E27FC236}">
                    <a16:creationId xmlns:a16="http://schemas.microsoft.com/office/drawing/2014/main" id="{896AE83C-8596-3CF9-5144-5DAE36E25CC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219097" y="6173443"/>
                <a:ext cx="7560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16" name="Group 7215">
            <a:extLst>
              <a:ext uri="{FF2B5EF4-FFF2-40B4-BE49-F238E27FC236}">
                <a16:creationId xmlns:a16="http://schemas.microsoft.com/office/drawing/2014/main" id="{BCC3F2C6-A0B4-FBE0-409E-39F370094052}"/>
              </a:ext>
            </a:extLst>
          </p:cNvPr>
          <p:cNvGrpSpPr/>
          <p:nvPr/>
        </p:nvGrpSpPr>
        <p:grpSpPr>
          <a:xfrm>
            <a:off x="6735337" y="6101443"/>
            <a:ext cx="1927800" cy="659880"/>
            <a:chOff x="6735337" y="6101443"/>
            <a:chExt cx="1927800" cy="65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04" name="Ink 7203">
                  <a:extLst>
                    <a:ext uri="{FF2B5EF4-FFF2-40B4-BE49-F238E27FC236}">
                      <a16:creationId xmlns:a16="http://schemas.microsoft.com/office/drawing/2014/main" id="{E5C58BC4-B122-FEE4-E47F-0EECBFC7BF99}"/>
                    </a:ext>
                  </a:extLst>
                </p14:cNvPr>
                <p14:cNvContentPartPr/>
                <p14:nvPr/>
              </p14:nvContentPartPr>
              <p14:xfrm>
                <a:off x="6735337" y="6101443"/>
                <a:ext cx="476640" cy="375120"/>
              </p14:xfrm>
            </p:contentPart>
          </mc:Choice>
          <mc:Fallback>
            <p:pic>
              <p:nvPicPr>
                <p:cNvPr id="7204" name="Ink 7203">
                  <a:extLst>
                    <a:ext uri="{FF2B5EF4-FFF2-40B4-BE49-F238E27FC236}">
                      <a16:creationId xmlns:a16="http://schemas.microsoft.com/office/drawing/2014/main" id="{E5C58BC4-B122-FEE4-E47F-0EECBFC7BF9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26337" y="6092443"/>
                  <a:ext cx="4942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05" name="Ink 7204">
                  <a:extLst>
                    <a:ext uri="{FF2B5EF4-FFF2-40B4-BE49-F238E27FC236}">
                      <a16:creationId xmlns:a16="http://schemas.microsoft.com/office/drawing/2014/main" id="{1DD8AA4C-0C48-C9BD-F873-7B7E8B0D8C0A}"/>
                    </a:ext>
                  </a:extLst>
                </p14:cNvPr>
                <p14:cNvContentPartPr/>
                <p14:nvPr/>
              </p14:nvContentPartPr>
              <p14:xfrm>
                <a:off x="7222777" y="6394843"/>
                <a:ext cx="360" cy="209160"/>
              </p14:xfrm>
            </p:contentPart>
          </mc:Choice>
          <mc:Fallback>
            <p:pic>
              <p:nvPicPr>
                <p:cNvPr id="7205" name="Ink 7204">
                  <a:extLst>
                    <a:ext uri="{FF2B5EF4-FFF2-40B4-BE49-F238E27FC236}">
                      <a16:creationId xmlns:a16="http://schemas.microsoft.com/office/drawing/2014/main" id="{1DD8AA4C-0C48-C9BD-F873-7B7E8B0D8C0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14137" y="6385843"/>
                  <a:ext cx="18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06" name="Ink 7205">
                  <a:extLst>
                    <a:ext uri="{FF2B5EF4-FFF2-40B4-BE49-F238E27FC236}">
                      <a16:creationId xmlns:a16="http://schemas.microsoft.com/office/drawing/2014/main" id="{14FEE118-651B-4CB0-71BC-A629EB99B7D0}"/>
                    </a:ext>
                  </a:extLst>
                </p14:cNvPr>
                <p14:cNvContentPartPr/>
                <p14:nvPr/>
              </p14:nvContentPartPr>
              <p14:xfrm>
                <a:off x="7142497" y="6222403"/>
                <a:ext cx="360" cy="360"/>
              </p14:xfrm>
            </p:contentPart>
          </mc:Choice>
          <mc:Fallback>
            <p:pic>
              <p:nvPicPr>
                <p:cNvPr id="7206" name="Ink 7205">
                  <a:extLst>
                    <a:ext uri="{FF2B5EF4-FFF2-40B4-BE49-F238E27FC236}">
                      <a16:creationId xmlns:a16="http://schemas.microsoft.com/office/drawing/2014/main" id="{14FEE118-651B-4CB0-71BC-A629EB99B7D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33497" y="62134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08" name="Ink 7207">
                  <a:extLst>
                    <a:ext uri="{FF2B5EF4-FFF2-40B4-BE49-F238E27FC236}">
                      <a16:creationId xmlns:a16="http://schemas.microsoft.com/office/drawing/2014/main" id="{99E87843-F18A-ABE8-E542-21E160FEB180}"/>
                    </a:ext>
                  </a:extLst>
                </p14:cNvPr>
                <p14:cNvContentPartPr/>
                <p14:nvPr/>
              </p14:nvContentPartPr>
              <p14:xfrm>
                <a:off x="7395577" y="6174883"/>
                <a:ext cx="288720" cy="426240"/>
              </p14:xfrm>
            </p:contentPart>
          </mc:Choice>
          <mc:Fallback>
            <p:pic>
              <p:nvPicPr>
                <p:cNvPr id="7208" name="Ink 7207">
                  <a:extLst>
                    <a:ext uri="{FF2B5EF4-FFF2-40B4-BE49-F238E27FC236}">
                      <a16:creationId xmlns:a16="http://schemas.microsoft.com/office/drawing/2014/main" id="{99E87843-F18A-ABE8-E542-21E160FEB18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86577" y="6165883"/>
                  <a:ext cx="30636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09" name="Ink 7208">
                  <a:extLst>
                    <a:ext uri="{FF2B5EF4-FFF2-40B4-BE49-F238E27FC236}">
                      <a16:creationId xmlns:a16="http://schemas.microsoft.com/office/drawing/2014/main" id="{2BB4243D-F86E-21BF-FD30-FF07AD3FEC96}"/>
                    </a:ext>
                  </a:extLst>
                </p14:cNvPr>
                <p14:cNvContentPartPr/>
                <p14:nvPr/>
              </p14:nvContentPartPr>
              <p14:xfrm>
                <a:off x="7596817" y="6337603"/>
                <a:ext cx="237960" cy="324720"/>
              </p14:xfrm>
            </p:contentPart>
          </mc:Choice>
          <mc:Fallback>
            <p:pic>
              <p:nvPicPr>
                <p:cNvPr id="7209" name="Ink 7208">
                  <a:extLst>
                    <a:ext uri="{FF2B5EF4-FFF2-40B4-BE49-F238E27FC236}">
                      <a16:creationId xmlns:a16="http://schemas.microsoft.com/office/drawing/2014/main" id="{2BB4243D-F86E-21BF-FD30-FF07AD3FEC9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587817" y="6328603"/>
                  <a:ext cx="2556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10" name="Ink 7209">
                  <a:extLst>
                    <a:ext uri="{FF2B5EF4-FFF2-40B4-BE49-F238E27FC236}">
                      <a16:creationId xmlns:a16="http://schemas.microsoft.com/office/drawing/2014/main" id="{AF9795CD-ECD8-CEB1-3767-EDCE426B0144}"/>
                    </a:ext>
                  </a:extLst>
                </p14:cNvPr>
                <p14:cNvContentPartPr/>
                <p14:nvPr/>
              </p14:nvContentPartPr>
              <p14:xfrm>
                <a:off x="8056897" y="6475123"/>
                <a:ext cx="360" cy="360"/>
              </p14:xfrm>
            </p:contentPart>
          </mc:Choice>
          <mc:Fallback>
            <p:pic>
              <p:nvPicPr>
                <p:cNvPr id="7210" name="Ink 7209">
                  <a:extLst>
                    <a:ext uri="{FF2B5EF4-FFF2-40B4-BE49-F238E27FC236}">
                      <a16:creationId xmlns:a16="http://schemas.microsoft.com/office/drawing/2014/main" id="{AF9795CD-ECD8-CEB1-3767-EDCE426B014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48257" y="64664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211" name="Ink 7210">
                  <a:extLst>
                    <a:ext uri="{FF2B5EF4-FFF2-40B4-BE49-F238E27FC236}">
                      <a16:creationId xmlns:a16="http://schemas.microsoft.com/office/drawing/2014/main" id="{BD75E734-A0B1-F066-7D12-5969220D616A}"/>
                    </a:ext>
                  </a:extLst>
                </p14:cNvPr>
                <p14:cNvContentPartPr/>
                <p14:nvPr/>
              </p14:nvContentPartPr>
              <p14:xfrm>
                <a:off x="7709497" y="6394123"/>
                <a:ext cx="548640" cy="367200"/>
              </p14:xfrm>
            </p:contentPart>
          </mc:Choice>
          <mc:Fallback>
            <p:pic>
              <p:nvPicPr>
                <p:cNvPr id="7211" name="Ink 7210">
                  <a:extLst>
                    <a:ext uri="{FF2B5EF4-FFF2-40B4-BE49-F238E27FC236}">
                      <a16:creationId xmlns:a16="http://schemas.microsoft.com/office/drawing/2014/main" id="{BD75E734-A0B1-F066-7D12-5969220D616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700497" y="6385123"/>
                  <a:ext cx="5662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212" name="Ink 7211">
                  <a:extLst>
                    <a:ext uri="{FF2B5EF4-FFF2-40B4-BE49-F238E27FC236}">
                      <a16:creationId xmlns:a16="http://schemas.microsoft.com/office/drawing/2014/main" id="{CCA0705D-24F8-0EC6-B890-64A0D360304E}"/>
                    </a:ext>
                  </a:extLst>
                </p14:cNvPr>
                <p14:cNvContentPartPr/>
                <p14:nvPr/>
              </p14:nvContentPartPr>
              <p14:xfrm>
                <a:off x="8114857" y="6530563"/>
                <a:ext cx="151560" cy="221040"/>
              </p14:xfrm>
            </p:contentPart>
          </mc:Choice>
          <mc:Fallback>
            <p:pic>
              <p:nvPicPr>
                <p:cNvPr id="7212" name="Ink 7211">
                  <a:extLst>
                    <a:ext uri="{FF2B5EF4-FFF2-40B4-BE49-F238E27FC236}">
                      <a16:creationId xmlns:a16="http://schemas.microsoft.com/office/drawing/2014/main" id="{CCA0705D-24F8-0EC6-B890-64A0D360304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106217" y="6521923"/>
                  <a:ext cx="1692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213" name="Ink 7212">
                  <a:extLst>
                    <a:ext uri="{FF2B5EF4-FFF2-40B4-BE49-F238E27FC236}">
                      <a16:creationId xmlns:a16="http://schemas.microsoft.com/office/drawing/2014/main" id="{31EC1E04-52FD-A4E9-CBF0-6D4AFD61F247}"/>
                    </a:ext>
                  </a:extLst>
                </p14:cNvPr>
                <p14:cNvContentPartPr/>
                <p14:nvPr/>
              </p14:nvContentPartPr>
              <p14:xfrm>
                <a:off x="8131777" y="6521203"/>
                <a:ext cx="28080" cy="14760"/>
              </p14:xfrm>
            </p:contentPart>
          </mc:Choice>
          <mc:Fallback>
            <p:pic>
              <p:nvPicPr>
                <p:cNvPr id="7213" name="Ink 7212">
                  <a:extLst>
                    <a:ext uri="{FF2B5EF4-FFF2-40B4-BE49-F238E27FC236}">
                      <a16:creationId xmlns:a16="http://schemas.microsoft.com/office/drawing/2014/main" id="{31EC1E04-52FD-A4E9-CBF0-6D4AFD61F24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123137" y="6512563"/>
                  <a:ext cx="45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214" name="Ink 7213">
                  <a:extLst>
                    <a:ext uri="{FF2B5EF4-FFF2-40B4-BE49-F238E27FC236}">
                      <a16:creationId xmlns:a16="http://schemas.microsoft.com/office/drawing/2014/main" id="{502A1D61-A784-CDE9-F019-FA00DE286713}"/>
                    </a:ext>
                  </a:extLst>
                </p14:cNvPr>
                <p14:cNvContentPartPr/>
                <p14:nvPr/>
              </p14:nvContentPartPr>
              <p14:xfrm>
                <a:off x="8373697" y="6343003"/>
                <a:ext cx="289440" cy="369000"/>
              </p14:xfrm>
            </p:contentPart>
          </mc:Choice>
          <mc:Fallback>
            <p:pic>
              <p:nvPicPr>
                <p:cNvPr id="7214" name="Ink 7213">
                  <a:extLst>
                    <a:ext uri="{FF2B5EF4-FFF2-40B4-BE49-F238E27FC236}">
                      <a16:creationId xmlns:a16="http://schemas.microsoft.com/office/drawing/2014/main" id="{502A1D61-A784-CDE9-F019-FA00DE28671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64697" y="6334363"/>
                  <a:ext cx="3070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15" name="Ink 7214">
                  <a:extLst>
                    <a:ext uri="{FF2B5EF4-FFF2-40B4-BE49-F238E27FC236}">
                      <a16:creationId xmlns:a16="http://schemas.microsoft.com/office/drawing/2014/main" id="{38E5DE0C-89D9-A631-6920-2A167D1E9431}"/>
                    </a:ext>
                  </a:extLst>
                </p14:cNvPr>
                <p14:cNvContentPartPr/>
                <p14:nvPr/>
              </p14:nvContentPartPr>
              <p14:xfrm>
                <a:off x="8143297" y="6397363"/>
                <a:ext cx="484560" cy="118800"/>
              </p14:xfrm>
            </p:contentPart>
          </mc:Choice>
          <mc:Fallback>
            <p:pic>
              <p:nvPicPr>
                <p:cNvPr id="7215" name="Ink 7214">
                  <a:extLst>
                    <a:ext uri="{FF2B5EF4-FFF2-40B4-BE49-F238E27FC236}">
                      <a16:creationId xmlns:a16="http://schemas.microsoft.com/office/drawing/2014/main" id="{38E5DE0C-89D9-A631-6920-2A167D1E943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134297" y="6388723"/>
                  <a:ext cx="502200" cy="136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217" name="TextBox 7216">
            <a:extLst>
              <a:ext uri="{FF2B5EF4-FFF2-40B4-BE49-F238E27FC236}">
                <a16:creationId xmlns:a16="http://schemas.microsoft.com/office/drawing/2014/main" id="{13F9EED7-999E-59DF-8D11-F9E9F4F17F9E}"/>
              </a:ext>
            </a:extLst>
          </p:cNvPr>
          <p:cNvSpPr txBox="1"/>
          <p:nvPr/>
        </p:nvSpPr>
        <p:spPr>
          <a:xfrm>
            <a:off x="57509" y="2991177"/>
            <a:ext cx="1863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Prof. Gilbert Strang from MIT</a:t>
            </a:r>
          </a:p>
          <a:p>
            <a:r>
              <a:rPr lang="en-US" dirty="0"/>
              <a:t>Linear Algebra (Eigenvalues and eigenvectors)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B2FF91-0854-3F5B-128E-33CDAC7C7A0E}"/>
              </a:ext>
            </a:extLst>
          </p:cNvPr>
          <p:cNvCxnSpPr>
            <a:cxnSpLocks/>
          </p:cNvCxnSpPr>
          <p:nvPr/>
        </p:nvCxnSpPr>
        <p:spPr>
          <a:xfrm>
            <a:off x="1811547" y="833887"/>
            <a:ext cx="0" cy="28467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F27D5E-D07A-CE5A-0824-DC1CAAA9674C}"/>
              </a:ext>
            </a:extLst>
          </p:cNvPr>
          <p:cNvCxnSpPr/>
          <p:nvPr/>
        </p:nvCxnSpPr>
        <p:spPr>
          <a:xfrm>
            <a:off x="1811547" y="3703608"/>
            <a:ext cx="2881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CCAB4A-75C7-33FB-A230-9936BC45DD98}"/>
              </a:ext>
            </a:extLst>
          </p:cNvPr>
          <p:cNvCxnSpPr/>
          <p:nvPr/>
        </p:nvCxnSpPr>
        <p:spPr>
          <a:xfrm flipV="1">
            <a:off x="1811547" y="2265872"/>
            <a:ext cx="1702279" cy="1437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D0474C-3E68-7A8D-8CE5-8C3BC32FF148}"/>
              </a:ext>
            </a:extLst>
          </p:cNvPr>
          <p:cNvCxnSpPr/>
          <p:nvPr/>
        </p:nvCxnSpPr>
        <p:spPr>
          <a:xfrm>
            <a:off x="1708030" y="2219865"/>
            <a:ext cx="2070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D4BB7E-50F3-42A0-9839-92A8939F120E}"/>
              </a:ext>
            </a:extLst>
          </p:cNvPr>
          <p:cNvCxnSpPr/>
          <p:nvPr/>
        </p:nvCxnSpPr>
        <p:spPr>
          <a:xfrm>
            <a:off x="3657600" y="3600091"/>
            <a:ext cx="0" cy="316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A893915-1957-F5CF-6238-44C0D7520E92}"/>
                  </a:ext>
                </a:extLst>
              </p14:cNvPr>
              <p14:cNvContentPartPr/>
              <p14:nvPr/>
            </p14:nvContentPartPr>
            <p14:xfrm>
              <a:off x="6509977" y="4549123"/>
              <a:ext cx="36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A893915-1957-F5CF-6238-44C0D7520E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0977" y="45401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95F34FC-9416-2A5E-BB9A-A3A48A1839B9}"/>
                  </a:ext>
                </a:extLst>
              </p14:cNvPr>
              <p14:cNvContentPartPr/>
              <p14:nvPr/>
            </p14:nvContentPartPr>
            <p14:xfrm>
              <a:off x="6184897" y="4252843"/>
              <a:ext cx="1523880" cy="19396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95F34FC-9416-2A5E-BB9A-A3A48A1839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6257" y="4243843"/>
                <a:ext cx="1541520" cy="19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E228B76-AC33-F371-1EF2-D82A83EAF8BB}"/>
                  </a:ext>
                </a:extLst>
              </p14:cNvPr>
              <p14:cNvContentPartPr/>
              <p14:nvPr/>
            </p14:nvContentPartPr>
            <p14:xfrm>
              <a:off x="7361017" y="1368523"/>
              <a:ext cx="1447560" cy="11901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E228B76-AC33-F371-1EF2-D82A83EAF8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52377" y="1359523"/>
                <a:ext cx="1465200" cy="12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F58F366-7355-30E5-403E-B9BDCB885774}"/>
                  </a:ext>
                </a:extLst>
              </p14:cNvPr>
              <p14:cNvContentPartPr/>
              <p14:nvPr/>
            </p14:nvContentPartPr>
            <p14:xfrm>
              <a:off x="8505817" y="1075123"/>
              <a:ext cx="2403720" cy="13694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F58F366-7355-30E5-403E-B9BDCB88577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96817" y="1066123"/>
                <a:ext cx="2421360" cy="13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D40D4D2-C2BA-D7A5-F30B-586B346D0ED3}"/>
                  </a:ext>
                </a:extLst>
              </p14:cNvPr>
              <p14:cNvContentPartPr/>
              <p14:nvPr/>
            </p14:nvContentPartPr>
            <p14:xfrm>
              <a:off x="6570097" y="803323"/>
              <a:ext cx="1039320" cy="10447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D40D4D2-C2BA-D7A5-F30B-586B346D0E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61457" y="794323"/>
                <a:ext cx="1056960" cy="10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0321607-E724-D775-DD07-8C125CA32A8A}"/>
              </a:ext>
            </a:extLst>
          </p:cNvPr>
          <p:cNvGrpSpPr/>
          <p:nvPr/>
        </p:nvGrpSpPr>
        <p:grpSpPr>
          <a:xfrm>
            <a:off x="10546657" y="1023283"/>
            <a:ext cx="1117080" cy="1152000"/>
            <a:chOff x="10546657" y="1023283"/>
            <a:chExt cx="1117080" cy="11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1312DC3-B746-C82B-9832-407A5EB22836}"/>
                    </a:ext>
                  </a:extLst>
                </p14:cNvPr>
                <p14:cNvContentPartPr/>
                <p14:nvPr/>
              </p14:nvContentPartPr>
              <p14:xfrm>
                <a:off x="10696777" y="1023283"/>
                <a:ext cx="424080" cy="308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1312DC3-B746-C82B-9832-407A5EB2283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87777" y="1014643"/>
                  <a:ext cx="4417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87BB438-DB94-603D-92F9-C32F5C1A14FC}"/>
                    </a:ext>
                  </a:extLst>
                </p14:cNvPr>
                <p14:cNvContentPartPr/>
                <p14:nvPr/>
              </p14:nvContentPartPr>
              <p14:xfrm>
                <a:off x="10886137" y="1558603"/>
                <a:ext cx="493560" cy="101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87BB438-DB94-603D-92F9-C32F5C1A14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77497" y="1549603"/>
                  <a:ext cx="511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640D13D-0690-7926-C9C6-D6EBE93C7669}"/>
                    </a:ext>
                  </a:extLst>
                </p14:cNvPr>
                <p14:cNvContentPartPr/>
                <p14:nvPr/>
              </p14:nvContentPartPr>
              <p14:xfrm>
                <a:off x="11132017" y="1460683"/>
                <a:ext cx="122760" cy="384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640D13D-0690-7926-C9C6-D6EBE93C766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123017" y="1451683"/>
                  <a:ext cx="1404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412CB22-42C5-FBD8-76F6-5D493C2C5CBD}"/>
                    </a:ext>
                  </a:extLst>
                </p14:cNvPr>
                <p14:cNvContentPartPr/>
                <p14:nvPr/>
              </p14:nvContentPartPr>
              <p14:xfrm>
                <a:off x="10869217" y="1305523"/>
                <a:ext cx="394200" cy="224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412CB22-42C5-FBD8-76F6-5D493C2C5C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60577" y="1296523"/>
                  <a:ext cx="411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A085ED1-5BB6-74E7-112E-B25B25DDE53D}"/>
                    </a:ext>
                  </a:extLst>
                </p14:cNvPr>
                <p14:cNvContentPartPr/>
                <p14:nvPr/>
              </p14:nvContentPartPr>
              <p14:xfrm>
                <a:off x="10546657" y="1292563"/>
                <a:ext cx="1117080" cy="882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A085ED1-5BB6-74E7-112E-B25B25DDE5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37657" y="1283563"/>
                  <a:ext cx="1134720" cy="90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3EB4324D-9AB5-E4AA-FF93-A10DFBF07A38}"/>
                  </a:ext>
                </a:extLst>
              </p14:cNvPr>
              <p14:cNvContentPartPr/>
              <p14:nvPr/>
            </p14:nvContentPartPr>
            <p14:xfrm>
              <a:off x="8581417" y="1131283"/>
              <a:ext cx="575640" cy="13186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3EB4324D-9AB5-E4AA-FF93-A10DFBF07A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72777" y="1122643"/>
                <a:ext cx="593280" cy="13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FBCC0FA-ABC8-F005-99CB-827D322EF101}"/>
                  </a:ext>
                </a:extLst>
              </p14:cNvPr>
              <p14:cNvContentPartPr/>
              <p14:nvPr/>
            </p14:nvContentPartPr>
            <p14:xfrm>
              <a:off x="919177" y="4748923"/>
              <a:ext cx="2650680" cy="16059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FBCC0FA-ABC8-F005-99CB-827D322EF10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0537" y="4740283"/>
                <a:ext cx="2668320" cy="16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A7358881-2877-4424-2619-4C193F130DC2}"/>
                  </a:ext>
                </a:extLst>
              </p14:cNvPr>
              <p14:cNvContentPartPr/>
              <p14:nvPr/>
            </p14:nvContentPartPr>
            <p14:xfrm>
              <a:off x="7821097" y="647443"/>
              <a:ext cx="1670760" cy="22190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A7358881-2877-4424-2619-4C193F130DC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12097" y="638803"/>
                <a:ext cx="1688400" cy="22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BE76630C-86E7-A075-C6D6-035F21109DD9}"/>
                  </a:ext>
                </a:extLst>
              </p14:cNvPr>
              <p14:cNvContentPartPr/>
              <p14:nvPr/>
            </p14:nvContentPartPr>
            <p14:xfrm>
              <a:off x="507697" y="4562443"/>
              <a:ext cx="3205080" cy="20995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BE76630C-86E7-A075-C6D6-035F21109DD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8697" y="4553803"/>
                <a:ext cx="3222720" cy="21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1091EE7-D41C-7895-6CD1-48D1F51DBE03}"/>
                  </a:ext>
                </a:extLst>
              </p14:cNvPr>
              <p14:cNvContentPartPr/>
              <p14:nvPr/>
            </p14:nvContentPartPr>
            <p14:xfrm>
              <a:off x="794977" y="4666483"/>
              <a:ext cx="2769480" cy="19587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1091EE7-D41C-7895-6CD1-48D1F51DBE0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85977" y="4657843"/>
                <a:ext cx="2787120" cy="19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691F1E37-6514-3BB1-3BF8-36403996AF1C}"/>
                  </a:ext>
                </a:extLst>
              </p14:cNvPr>
              <p14:cNvContentPartPr/>
              <p14:nvPr/>
            </p14:nvContentPartPr>
            <p14:xfrm>
              <a:off x="3677497" y="4445803"/>
              <a:ext cx="1496520" cy="20142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691F1E37-6514-3BB1-3BF8-36403996AF1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68857" y="4436803"/>
                <a:ext cx="1514160" cy="203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00683F4-5D3F-B2BE-5DDD-235B05D3D463}"/>
              </a:ext>
            </a:extLst>
          </p:cNvPr>
          <p:cNvGrpSpPr/>
          <p:nvPr/>
        </p:nvGrpSpPr>
        <p:grpSpPr>
          <a:xfrm>
            <a:off x="8643337" y="414883"/>
            <a:ext cx="791640" cy="1965960"/>
            <a:chOff x="8643337" y="414883"/>
            <a:chExt cx="791640" cy="196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3E9F8D1-A507-28DB-B3E7-6073495DA61B}"/>
                    </a:ext>
                  </a:extLst>
                </p14:cNvPr>
                <p14:cNvContentPartPr/>
                <p14:nvPr/>
              </p14:nvContentPartPr>
              <p14:xfrm>
                <a:off x="8643337" y="1150363"/>
                <a:ext cx="224280" cy="1230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3E9F8D1-A507-28DB-B3E7-6073495DA61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34697" y="1141723"/>
                  <a:ext cx="241920" cy="12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5B2AB68-211E-E9A7-C334-2D8C42C3E94C}"/>
                    </a:ext>
                  </a:extLst>
                </p14:cNvPr>
                <p14:cNvContentPartPr/>
                <p14:nvPr/>
              </p14:nvContentPartPr>
              <p14:xfrm>
                <a:off x="8709577" y="1162243"/>
                <a:ext cx="288720" cy="160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5B2AB68-211E-E9A7-C334-2D8C42C3E9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0937" y="1153243"/>
                  <a:ext cx="306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B3B2B9D-FFA0-58D0-AAEF-536EE5E9F702}"/>
                    </a:ext>
                  </a:extLst>
                </p14:cNvPr>
                <p14:cNvContentPartPr/>
                <p14:nvPr/>
              </p14:nvContentPartPr>
              <p14:xfrm>
                <a:off x="8702017" y="1166203"/>
                <a:ext cx="453240" cy="217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B3B2B9D-FFA0-58D0-AAEF-536EE5E9F70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93377" y="1157203"/>
                  <a:ext cx="4708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731A0E6-6A0A-CE3B-2CC5-1F0A8D01884F}"/>
                    </a:ext>
                  </a:extLst>
                </p14:cNvPr>
                <p14:cNvContentPartPr/>
                <p14:nvPr/>
              </p14:nvContentPartPr>
              <p14:xfrm>
                <a:off x="8698417" y="1196083"/>
                <a:ext cx="158400" cy="101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731A0E6-6A0A-CE3B-2CC5-1F0A8D0188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89777" y="1187083"/>
                  <a:ext cx="176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92EDE9B-DB85-107C-E3B4-68E9C3A9F492}"/>
                    </a:ext>
                  </a:extLst>
                </p14:cNvPr>
                <p14:cNvContentPartPr/>
                <p14:nvPr/>
              </p14:nvContentPartPr>
              <p14:xfrm>
                <a:off x="8896417" y="1173043"/>
                <a:ext cx="228240" cy="149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92EDE9B-DB85-107C-E3B4-68E9C3A9F4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87777" y="1164043"/>
                  <a:ext cx="245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FEF5F90-7EED-2C77-18DF-D67D48D1ED1E}"/>
                    </a:ext>
                  </a:extLst>
                </p14:cNvPr>
                <p14:cNvContentPartPr/>
                <p14:nvPr/>
              </p14:nvContentPartPr>
              <p14:xfrm>
                <a:off x="8755297" y="1139923"/>
                <a:ext cx="317880" cy="278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FEF5F90-7EED-2C77-18DF-D67D48D1ED1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46657" y="1131283"/>
                  <a:ext cx="3355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EEAEF65-E18E-29A1-FA10-565B29AB6365}"/>
                    </a:ext>
                  </a:extLst>
                </p14:cNvPr>
                <p14:cNvContentPartPr/>
                <p14:nvPr/>
              </p14:nvContentPartPr>
              <p14:xfrm>
                <a:off x="8669617" y="1253683"/>
                <a:ext cx="152280" cy="209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EEAEF65-E18E-29A1-FA10-565B29AB636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60977" y="1245043"/>
                  <a:ext cx="1699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59EED87-0F2D-DD89-BA2C-B7E4BF9C93DD}"/>
                    </a:ext>
                  </a:extLst>
                </p14:cNvPr>
                <p14:cNvContentPartPr/>
                <p14:nvPr/>
              </p14:nvContentPartPr>
              <p14:xfrm>
                <a:off x="8867617" y="555643"/>
                <a:ext cx="143640" cy="612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59EED87-0F2D-DD89-BA2C-B7E4BF9C93D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58977" y="546643"/>
                  <a:ext cx="16128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90943A7-9E91-66C2-5558-FC282EE34637}"/>
                    </a:ext>
                  </a:extLst>
                </p14:cNvPr>
                <p14:cNvContentPartPr/>
                <p14:nvPr/>
              </p14:nvContentPartPr>
              <p14:xfrm>
                <a:off x="8863657" y="491923"/>
                <a:ext cx="424080" cy="179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90943A7-9E91-66C2-5558-FC282EE3463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54657" y="482923"/>
                  <a:ext cx="441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F0419EF-283A-7536-6915-43942C21AEFF}"/>
                    </a:ext>
                  </a:extLst>
                </p14:cNvPr>
                <p14:cNvContentPartPr/>
                <p14:nvPr/>
              </p14:nvContentPartPr>
              <p14:xfrm>
                <a:off x="8949697" y="455563"/>
                <a:ext cx="338760" cy="1868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F0419EF-283A-7536-6915-43942C21AEF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41057" y="446923"/>
                  <a:ext cx="356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6842AF9-E222-7835-8AA1-D8DEFC5E0F72}"/>
                    </a:ext>
                  </a:extLst>
                </p14:cNvPr>
                <p14:cNvContentPartPr/>
                <p14:nvPr/>
              </p14:nvContentPartPr>
              <p14:xfrm>
                <a:off x="8677897" y="414883"/>
                <a:ext cx="757080" cy="1949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6842AF9-E222-7835-8AA1-D8DEFC5E0F7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68897" y="405883"/>
                  <a:ext cx="774720" cy="196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16DB75A-1912-DDD5-88E3-797C61FAE1EA}"/>
                  </a:ext>
                </a:extLst>
              </p14:cNvPr>
              <p14:cNvContentPartPr/>
              <p14:nvPr/>
            </p14:nvContentPartPr>
            <p14:xfrm>
              <a:off x="377377" y="4914883"/>
              <a:ext cx="3117240" cy="175392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16DB75A-1912-DDD5-88E3-797C61FAE1E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68377" y="4905883"/>
                <a:ext cx="3134880" cy="17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C3416AF2-A70E-75B9-418B-D469052A92A0}"/>
                  </a:ext>
                </a:extLst>
              </p14:cNvPr>
              <p14:cNvContentPartPr/>
              <p14:nvPr/>
            </p14:nvContentPartPr>
            <p14:xfrm>
              <a:off x="620017" y="4870603"/>
              <a:ext cx="2132280" cy="182988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C3416AF2-A70E-75B9-418B-D469052A92A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1017" y="4861963"/>
                <a:ext cx="2149920" cy="18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A86A6740-B858-70C5-BCE0-A3DCE5F5311D}"/>
                  </a:ext>
                </a:extLst>
              </p14:cNvPr>
              <p14:cNvContentPartPr/>
              <p14:nvPr/>
            </p14:nvContentPartPr>
            <p14:xfrm>
              <a:off x="790657" y="5124043"/>
              <a:ext cx="2507400" cy="18838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A86A6740-B858-70C5-BCE0-A3DCE5F5311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1657" y="5115403"/>
                <a:ext cx="2525040" cy="19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AB6C293-3286-8212-6C18-79E2DA4DB629}"/>
              </a:ext>
            </a:extLst>
          </p:cNvPr>
          <p:cNvGrpSpPr/>
          <p:nvPr/>
        </p:nvGrpSpPr>
        <p:grpSpPr>
          <a:xfrm>
            <a:off x="901177" y="295003"/>
            <a:ext cx="6900840" cy="6560640"/>
            <a:chOff x="901177" y="295003"/>
            <a:chExt cx="6900840" cy="65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7212335-42BC-80E0-0564-72F2A0A63789}"/>
                    </a:ext>
                  </a:extLst>
                </p14:cNvPr>
                <p14:cNvContentPartPr/>
                <p14:nvPr/>
              </p14:nvContentPartPr>
              <p14:xfrm>
                <a:off x="1728097" y="763723"/>
                <a:ext cx="493920" cy="292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7212335-42BC-80E0-0564-72F2A0A6378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19097" y="754723"/>
                  <a:ext cx="5115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7D4A6A7-85AC-7007-02FE-F962850118A2}"/>
                    </a:ext>
                  </a:extLst>
                </p14:cNvPr>
                <p14:cNvContentPartPr/>
                <p14:nvPr/>
              </p14:nvContentPartPr>
              <p14:xfrm>
                <a:off x="1690657" y="295003"/>
                <a:ext cx="237960" cy="482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7D4A6A7-85AC-7007-02FE-F962850118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81657" y="286363"/>
                  <a:ext cx="25560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7810B76-9BD7-99BC-A261-3D689E47D201}"/>
                    </a:ext>
                  </a:extLst>
                </p14:cNvPr>
                <p14:cNvContentPartPr/>
                <p14:nvPr/>
              </p14:nvContentPartPr>
              <p14:xfrm>
                <a:off x="7349497" y="1402723"/>
                <a:ext cx="64440" cy="267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7810B76-9BD7-99BC-A261-3D689E47D20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40497" y="1394083"/>
                  <a:ext cx="820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46F3513-AB91-CBFA-7B2B-B988F6C57D4F}"/>
                    </a:ext>
                  </a:extLst>
                </p14:cNvPr>
                <p14:cNvContentPartPr/>
                <p14:nvPr/>
              </p14:nvContentPartPr>
              <p14:xfrm>
                <a:off x="7355257" y="1408843"/>
                <a:ext cx="360" cy="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46F3513-AB91-CBFA-7B2B-B988F6C57D4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46617" y="14002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94AEB74-11C6-DA84-BEAF-14BF80D553BD}"/>
                    </a:ext>
                  </a:extLst>
                </p14:cNvPr>
                <p14:cNvContentPartPr/>
                <p14:nvPr/>
              </p14:nvContentPartPr>
              <p14:xfrm>
                <a:off x="7355257" y="1385083"/>
                <a:ext cx="446760" cy="24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94AEB74-11C6-DA84-BEAF-14BF80D553B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46617" y="1376443"/>
                  <a:ext cx="464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3AC89BF-3014-AF2A-992F-63B54CAA4768}"/>
                    </a:ext>
                  </a:extLst>
                </p14:cNvPr>
                <p14:cNvContentPartPr/>
                <p14:nvPr/>
              </p14:nvContentPartPr>
              <p14:xfrm>
                <a:off x="6809137" y="1273843"/>
                <a:ext cx="377640" cy="553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3AC89BF-3014-AF2A-992F-63B54CAA476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00137" y="1264843"/>
                  <a:ext cx="3952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0786482-4BE1-1375-4C59-D43ADA918E75}"/>
                    </a:ext>
                  </a:extLst>
                </p14:cNvPr>
                <p14:cNvContentPartPr/>
                <p14:nvPr/>
              </p14:nvContentPartPr>
              <p14:xfrm>
                <a:off x="6768457" y="904483"/>
                <a:ext cx="683280" cy="309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0786482-4BE1-1375-4C59-D43ADA918E7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759817" y="895483"/>
                  <a:ext cx="7009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CCB6483-C373-60DD-E7ED-5ECC78391633}"/>
                    </a:ext>
                  </a:extLst>
                </p14:cNvPr>
                <p14:cNvContentPartPr/>
                <p14:nvPr/>
              </p14:nvContentPartPr>
              <p14:xfrm>
                <a:off x="4998697" y="1730323"/>
                <a:ext cx="805680" cy="1086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CCB6483-C373-60DD-E7ED-5ECC7839163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989697" y="1721323"/>
                  <a:ext cx="823320" cy="11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EC4E791-514F-71B3-54BB-BF5D17F9B4DB}"/>
                    </a:ext>
                  </a:extLst>
                </p14:cNvPr>
                <p14:cNvContentPartPr/>
                <p14:nvPr/>
              </p14:nvContentPartPr>
              <p14:xfrm>
                <a:off x="5382817" y="1920043"/>
                <a:ext cx="354600" cy="198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EC4E791-514F-71B3-54BB-BF5D17F9B4D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73817" y="1911403"/>
                  <a:ext cx="372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07B5B3-F3CF-7D13-5AC3-4CB95E832805}"/>
                    </a:ext>
                  </a:extLst>
                </p14:cNvPr>
                <p14:cNvContentPartPr/>
                <p14:nvPr/>
              </p14:nvContentPartPr>
              <p14:xfrm>
                <a:off x="5651377" y="2264923"/>
                <a:ext cx="283680" cy="397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07B5B3-F3CF-7D13-5AC3-4CB95E83280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642377" y="2256283"/>
                  <a:ext cx="3013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B034AA7-9824-B16D-3C8D-8FF9163E3035}"/>
                    </a:ext>
                  </a:extLst>
                </p14:cNvPr>
                <p14:cNvContentPartPr/>
                <p14:nvPr/>
              </p14:nvContentPartPr>
              <p14:xfrm>
                <a:off x="5589457" y="2265643"/>
                <a:ext cx="13932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B034AA7-9824-B16D-3C8D-8FF9163E303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580817" y="2257003"/>
                  <a:ext cx="156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387B1AB-2DA7-2CF1-98A5-6C4D846B0E33}"/>
                    </a:ext>
                  </a:extLst>
                </p14:cNvPr>
                <p14:cNvContentPartPr/>
                <p14:nvPr/>
              </p14:nvContentPartPr>
              <p14:xfrm>
                <a:off x="5842537" y="1678843"/>
                <a:ext cx="422640" cy="1207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387B1AB-2DA7-2CF1-98A5-6C4D846B0E3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833897" y="1670203"/>
                  <a:ext cx="440280" cy="12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1253028-EC84-2135-E4F2-00E2DD9D8443}"/>
                    </a:ext>
                  </a:extLst>
                </p14:cNvPr>
                <p14:cNvContentPartPr/>
                <p14:nvPr/>
              </p14:nvContentPartPr>
              <p14:xfrm>
                <a:off x="5296417" y="3010123"/>
                <a:ext cx="1113840" cy="32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1253028-EC84-2135-E4F2-00E2DD9D844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287777" y="3001123"/>
                  <a:ext cx="1131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A954BF-9F65-2B54-C8C4-8A8654A0872E}"/>
                    </a:ext>
                  </a:extLst>
                </p14:cNvPr>
                <p14:cNvContentPartPr/>
                <p14:nvPr/>
              </p14:nvContentPartPr>
              <p14:xfrm>
                <a:off x="6279937" y="2892763"/>
                <a:ext cx="238680" cy="397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8A954BF-9F65-2B54-C8C4-8A8654A0872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70937" y="2883763"/>
                  <a:ext cx="2563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FFF0ADA-9328-A866-8CFB-6501D78FA6EF}"/>
                    </a:ext>
                  </a:extLst>
                </p14:cNvPr>
                <p14:cNvContentPartPr/>
                <p14:nvPr/>
              </p14:nvContentPartPr>
              <p14:xfrm>
                <a:off x="4002577" y="2157643"/>
                <a:ext cx="3034080" cy="1132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FFF0ADA-9328-A866-8CFB-6501D78FA6E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993577" y="2149003"/>
                  <a:ext cx="305172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6436692-F9C8-8CE1-2F6F-A4C100538AF3}"/>
                    </a:ext>
                  </a:extLst>
                </p14:cNvPr>
                <p14:cNvContentPartPr/>
                <p14:nvPr/>
              </p14:nvContentPartPr>
              <p14:xfrm>
                <a:off x="6820297" y="2092843"/>
                <a:ext cx="317880" cy="3477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6436692-F9C8-8CE1-2F6F-A4C100538AF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811297" y="2084203"/>
                  <a:ext cx="3355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42E54CB-749C-392F-A12B-8122A30F46DD}"/>
                    </a:ext>
                  </a:extLst>
                </p14:cNvPr>
                <p14:cNvContentPartPr/>
                <p14:nvPr/>
              </p14:nvContentPartPr>
              <p14:xfrm>
                <a:off x="1489417" y="2317483"/>
                <a:ext cx="12240" cy="195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42E54CB-749C-392F-A12B-8122A30F46D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80417" y="2308843"/>
                  <a:ext cx="298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42D328-E605-6EEF-69E5-E2B632ABC9AE}"/>
                    </a:ext>
                  </a:extLst>
                </p14:cNvPr>
                <p14:cNvContentPartPr/>
                <p14:nvPr/>
              </p14:nvContentPartPr>
              <p14:xfrm>
                <a:off x="1399417" y="2288683"/>
                <a:ext cx="314640" cy="238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42D328-E605-6EEF-69E5-E2B632ABC9A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390777" y="2280043"/>
                  <a:ext cx="3322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0D482F3-88B2-765A-DA71-708C15C7A821}"/>
                    </a:ext>
                  </a:extLst>
                </p14:cNvPr>
                <p14:cNvContentPartPr/>
                <p14:nvPr/>
              </p14:nvContentPartPr>
              <p14:xfrm>
                <a:off x="1391497" y="2666683"/>
                <a:ext cx="276840" cy="491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0D482F3-88B2-765A-DA71-708C15C7A82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382857" y="2658043"/>
                  <a:ext cx="29448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0C65CFE-475E-2DDE-BFE5-14437A896441}"/>
                    </a:ext>
                  </a:extLst>
                </p14:cNvPr>
                <p14:cNvContentPartPr/>
                <p14:nvPr/>
              </p14:nvContentPartPr>
              <p14:xfrm>
                <a:off x="1529737" y="3586483"/>
                <a:ext cx="326880" cy="150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0C65CFE-475E-2DDE-BFE5-14437A89644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521097" y="3577483"/>
                  <a:ext cx="344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EDE24F-BF4F-04CF-52A6-A1D91A842ED9}"/>
                    </a:ext>
                  </a:extLst>
                </p14:cNvPr>
                <p14:cNvContentPartPr/>
                <p14:nvPr/>
              </p14:nvContentPartPr>
              <p14:xfrm>
                <a:off x="2064337" y="2237203"/>
                <a:ext cx="1549800" cy="110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EDE24F-BF4F-04CF-52A6-A1D91A842ED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055697" y="2228203"/>
                  <a:ext cx="1567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7654142-EC12-3BB0-9C37-8FD5791F19CE}"/>
                    </a:ext>
                  </a:extLst>
                </p14:cNvPr>
                <p14:cNvContentPartPr/>
                <p14:nvPr/>
              </p14:nvContentPartPr>
              <p14:xfrm>
                <a:off x="3490657" y="2282563"/>
                <a:ext cx="24120" cy="1468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7654142-EC12-3BB0-9C37-8FD5791F19C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482017" y="2273923"/>
                  <a:ext cx="41760" cy="14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BF67141-1603-910E-DA72-49D2DB4A4199}"/>
                    </a:ext>
                  </a:extLst>
                </p14:cNvPr>
                <p14:cNvContentPartPr/>
                <p14:nvPr/>
              </p14:nvContentPartPr>
              <p14:xfrm>
                <a:off x="1961017" y="2330083"/>
                <a:ext cx="2005920" cy="1321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BF67141-1603-910E-DA72-49D2DB4A419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952017" y="2321443"/>
                  <a:ext cx="2023560" cy="13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0EEC8A6-DE26-338D-E517-0A20C48E6C06}"/>
                    </a:ext>
                  </a:extLst>
                </p14:cNvPr>
                <p14:cNvContentPartPr/>
                <p14:nvPr/>
              </p14:nvContentPartPr>
              <p14:xfrm>
                <a:off x="3847417" y="2300203"/>
                <a:ext cx="340200" cy="342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0EEC8A6-DE26-338D-E517-0A20C48E6C0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38417" y="2291203"/>
                  <a:ext cx="3578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79FB343-2D17-6339-D304-55BCB6D6A9D7}"/>
                    </a:ext>
                  </a:extLst>
                </p14:cNvPr>
                <p14:cNvContentPartPr/>
                <p14:nvPr/>
              </p14:nvContentPartPr>
              <p14:xfrm>
                <a:off x="3766777" y="2254123"/>
                <a:ext cx="407160" cy="417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79FB343-2D17-6339-D304-55BCB6D6A9D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58137" y="2245123"/>
                  <a:ext cx="4248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6C63F00-4BD0-9CC8-1975-9FC5371347AA}"/>
                    </a:ext>
                  </a:extLst>
                </p14:cNvPr>
                <p14:cNvContentPartPr/>
                <p14:nvPr/>
              </p14:nvContentPartPr>
              <p14:xfrm>
                <a:off x="3486697" y="2317483"/>
                <a:ext cx="699840" cy="367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6C63F00-4BD0-9CC8-1975-9FC5371347A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477697" y="2308843"/>
                  <a:ext cx="7174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018FC22-6AEC-9C4E-C176-4E585E1AB716}"/>
                    </a:ext>
                  </a:extLst>
                </p14:cNvPr>
                <p14:cNvContentPartPr/>
                <p14:nvPr/>
              </p14:nvContentPartPr>
              <p14:xfrm>
                <a:off x="3726457" y="2265643"/>
                <a:ext cx="523800" cy="401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018FC22-6AEC-9C4E-C176-4E585E1AB71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717457" y="2257003"/>
                  <a:ext cx="5414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7A0C785-254D-E271-7E28-F83A55FCE8AB}"/>
                    </a:ext>
                  </a:extLst>
                </p14:cNvPr>
                <p14:cNvContentPartPr/>
                <p14:nvPr/>
              </p14:nvContentPartPr>
              <p14:xfrm>
                <a:off x="1880737" y="2330443"/>
                <a:ext cx="1490400" cy="1298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7A0C785-254D-E271-7E28-F83A55FCE8A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871737" y="2321803"/>
                  <a:ext cx="1508040" cy="13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23C0C16-B1B1-40E3-BBD1-6EB5733B9838}"/>
                    </a:ext>
                  </a:extLst>
                </p14:cNvPr>
                <p14:cNvContentPartPr/>
                <p14:nvPr/>
              </p14:nvContentPartPr>
              <p14:xfrm>
                <a:off x="3156937" y="2266003"/>
                <a:ext cx="380520" cy="321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23C0C16-B1B1-40E3-BBD1-6EB5733B983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147937" y="2257363"/>
                  <a:ext cx="3981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D5F1975-1F39-4E6D-6C9D-4AEEFE34B4B5}"/>
                    </a:ext>
                  </a:extLst>
                </p14:cNvPr>
                <p14:cNvContentPartPr/>
                <p14:nvPr/>
              </p14:nvContentPartPr>
              <p14:xfrm>
                <a:off x="1989817" y="2284723"/>
                <a:ext cx="1802520" cy="1275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D5F1975-1F39-4E6D-6C9D-4AEEFE34B4B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80817" y="2275723"/>
                  <a:ext cx="1820160" cy="12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62517A5-7C31-8746-7173-759301250DC8}"/>
                    </a:ext>
                  </a:extLst>
                </p14:cNvPr>
                <p14:cNvContentPartPr/>
                <p14:nvPr/>
              </p14:nvContentPartPr>
              <p14:xfrm>
                <a:off x="3370057" y="2248003"/>
                <a:ext cx="488880" cy="367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62517A5-7C31-8746-7173-759301250DC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61057" y="2239363"/>
                  <a:ext cx="5065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C1A500C-788A-4D87-D53F-DDB004015C21}"/>
                    </a:ext>
                  </a:extLst>
                </p14:cNvPr>
                <p14:cNvContentPartPr/>
                <p14:nvPr/>
              </p14:nvContentPartPr>
              <p14:xfrm>
                <a:off x="6200737" y="4566043"/>
                <a:ext cx="321840" cy="1406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C1A500C-788A-4D87-D53F-DDB004015C2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192097" y="4557043"/>
                  <a:ext cx="339480" cy="14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A104A12-6129-EC71-3D9F-B23072F68E70}"/>
                    </a:ext>
                  </a:extLst>
                </p14:cNvPr>
                <p14:cNvContentPartPr/>
                <p14:nvPr/>
              </p14:nvContentPartPr>
              <p14:xfrm>
                <a:off x="6879337" y="4549123"/>
                <a:ext cx="418680" cy="1548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A104A12-6129-EC71-3D9F-B23072F68E7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870697" y="4540123"/>
                  <a:ext cx="436320" cy="15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C720201-FDC4-E968-4AEF-E665036C47E1}"/>
                    </a:ext>
                  </a:extLst>
                </p14:cNvPr>
                <p14:cNvContentPartPr/>
                <p14:nvPr/>
              </p14:nvContentPartPr>
              <p14:xfrm>
                <a:off x="6486937" y="4750363"/>
                <a:ext cx="82080" cy="345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C720201-FDC4-E968-4AEF-E665036C47E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477937" y="4741363"/>
                  <a:ext cx="997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22E0B11-25A4-E09C-4D4A-19A7ED1FC936}"/>
                    </a:ext>
                  </a:extLst>
                </p14:cNvPr>
                <p14:cNvContentPartPr/>
                <p14:nvPr/>
              </p14:nvContentPartPr>
              <p14:xfrm>
                <a:off x="6659377" y="4669003"/>
                <a:ext cx="375480" cy="633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22E0B11-25A4-E09C-4D4A-19A7ED1FC93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650737" y="4660003"/>
                  <a:ext cx="39312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093F411-8500-D4CB-1872-DAA7FFA2AB51}"/>
                    </a:ext>
                  </a:extLst>
                </p14:cNvPr>
                <p14:cNvContentPartPr/>
                <p14:nvPr/>
              </p14:nvContentPartPr>
              <p14:xfrm>
                <a:off x="6469297" y="5543443"/>
                <a:ext cx="250920" cy="364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093F411-8500-D4CB-1872-DAA7FFA2AB5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460657" y="5534803"/>
                  <a:ext cx="2685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88C6EC-17FD-7A2A-32E0-799E77F9757D}"/>
                    </a:ext>
                  </a:extLst>
                </p14:cNvPr>
                <p14:cNvContentPartPr/>
                <p14:nvPr/>
              </p14:nvContentPartPr>
              <p14:xfrm>
                <a:off x="6733177" y="5299363"/>
                <a:ext cx="331200" cy="488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88C6EC-17FD-7A2A-32E0-799E77F9757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724177" y="5290723"/>
                  <a:ext cx="34884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B8488AE-3AB4-8DB6-2DB5-03DD05456538}"/>
                    </a:ext>
                  </a:extLst>
                </p14:cNvPr>
                <p14:cNvContentPartPr/>
                <p14:nvPr/>
              </p14:nvContentPartPr>
              <p14:xfrm>
                <a:off x="1315537" y="4905523"/>
                <a:ext cx="576720" cy="1449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B8488AE-3AB4-8DB6-2DB5-03DD0545653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06897" y="4896523"/>
                  <a:ext cx="594360" cy="14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935FD4-594D-7C2C-19F9-986F14D323A9}"/>
                    </a:ext>
                  </a:extLst>
                </p14:cNvPr>
                <p14:cNvContentPartPr/>
                <p14:nvPr/>
              </p14:nvContentPartPr>
              <p14:xfrm>
                <a:off x="1724857" y="4995523"/>
                <a:ext cx="495360" cy="370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935FD4-594D-7C2C-19F9-986F14D323A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716217" y="4986883"/>
                  <a:ext cx="5130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FF5ACBC-5303-1698-F500-EAD13DDB8102}"/>
                    </a:ext>
                  </a:extLst>
                </p14:cNvPr>
                <p14:cNvContentPartPr/>
                <p14:nvPr/>
              </p14:nvContentPartPr>
              <p14:xfrm>
                <a:off x="2633857" y="4980043"/>
                <a:ext cx="351720" cy="427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FF5ACBC-5303-1698-F500-EAD13DDB810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625217" y="4971403"/>
                  <a:ext cx="3693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1B349D1-F64E-8821-4D06-CC0679019A9E}"/>
                    </a:ext>
                  </a:extLst>
                </p14:cNvPr>
                <p14:cNvContentPartPr/>
                <p14:nvPr/>
              </p14:nvContentPartPr>
              <p14:xfrm>
                <a:off x="1710097" y="5738923"/>
                <a:ext cx="343800" cy="422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1B349D1-F64E-8821-4D06-CC0679019A9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701457" y="5730283"/>
                  <a:ext cx="3614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D40A440-62C7-12EA-EFC8-BAABCC7E791E}"/>
                    </a:ext>
                  </a:extLst>
                </p14:cNvPr>
                <p14:cNvContentPartPr/>
                <p14:nvPr/>
              </p14:nvContentPartPr>
              <p14:xfrm>
                <a:off x="2713417" y="5722003"/>
                <a:ext cx="297000" cy="462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D40A440-62C7-12EA-EFC8-BAABCC7E791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704417" y="5713003"/>
                  <a:ext cx="3146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AEE8073-0CE1-9C66-2B89-5A22AA25BAC4}"/>
                    </a:ext>
                  </a:extLst>
                </p14:cNvPr>
                <p14:cNvContentPartPr/>
                <p14:nvPr/>
              </p14:nvContentPartPr>
              <p14:xfrm>
                <a:off x="2932657" y="4818763"/>
                <a:ext cx="433440" cy="1499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AEE8073-0CE1-9C66-2B89-5A22AA25BAC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923657" y="4810123"/>
                  <a:ext cx="451080" cy="15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BC04F3-6A7C-918A-5CB6-2BFB421612D5}"/>
                    </a:ext>
                  </a:extLst>
                </p14:cNvPr>
                <p14:cNvContentPartPr/>
                <p14:nvPr/>
              </p14:nvContentPartPr>
              <p14:xfrm>
                <a:off x="3898537" y="4681243"/>
                <a:ext cx="444240" cy="1825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BC04F3-6A7C-918A-5CB6-2BFB421612D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889897" y="4672243"/>
                  <a:ext cx="461880" cy="18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CD26E58-B2A4-175A-1EE7-7E381B36A81F}"/>
                    </a:ext>
                  </a:extLst>
                </p14:cNvPr>
                <p14:cNvContentPartPr/>
                <p14:nvPr/>
              </p14:nvContentPartPr>
              <p14:xfrm>
                <a:off x="4074577" y="5011363"/>
                <a:ext cx="471600" cy="355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CD26E58-B2A4-175A-1EE7-7E381B36A81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065937" y="5002723"/>
                  <a:ext cx="4892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5E09388-D1DD-09AF-A072-4B65EA1363DC}"/>
                    </a:ext>
                  </a:extLst>
                </p14:cNvPr>
                <p14:cNvContentPartPr/>
                <p14:nvPr/>
              </p14:nvContentPartPr>
              <p14:xfrm>
                <a:off x="4274377" y="5635603"/>
                <a:ext cx="350280" cy="488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5E09388-D1DD-09AF-A072-4B65EA1363D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265377" y="5626963"/>
                  <a:ext cx="3679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75B4DF-043C-E12D-4732-E215383B4BEF}"/>
                    </a:ext>
                  </a:extLst>
                </p14:cNvPr>
                <p14:cNvContentPartPr/>
                <p14:nvPr/>
              </p14:nvContentPartPr>
              <p14:xfrm>
                <a:off x="4123177" y="5566123"/>
                <a:ext cx="294120" cy="73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75B4DF-043C-E12D-4732-E215383B4BE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114537" y="5557483"/>
                  <a:ext cx="311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6DEA845-8FA5-9D83-9664-504D7AC11C3B}"/>
                    </a:ext>
                  </a:extLst>
                </p14:cNvPr>
                <p14:cNvContentPartPr/>
                <p14:nvPr/>
              </p14:nvContentPartPr>
              <p14:xfrm>
                <a:off x="4502977" y="4462003"/>
                <a:ext cx="709560" cy="180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6DEA845-8FA5-9D83-9664-504D7AC11C3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493977" y="4453363"/>
                  <a:ext cx="727200" cy="18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B94A5E-D103-495A-A1FB-6443CEAFE290}"/>
                    </a:ext>
                  </a:extLst>
                </p14:cNvPr>
                <p14:cNvContentPartPr/>
                <p14:nvPr/>
              </p14:nvContentPartPr>
              <p14:xfrm>
                <a:off x="5302177" y="5428243"/>
                <a:ext cx="497520" cy="52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B94A5E-D103-495A-A1FB-6443CEAFE29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293537" y="5419603"/>
                  <a:ext cx="515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7BDAB8-C9B2-3C69-157F-E4A2890BABBE}"/>
                    </a:ext>
                  </a:extLst>
                </p14:cNvPr>
                <p14:cNvContentPartPr/>
                <p14:nvPr/>
              </p14:nvContentPartPr>
              <p14:xfrm>
                <a:off x="5428897" y="5888323"/>
                <a:ext cx="367200" cy="18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7BDAB8-C9B2-3C69-157F-E4A2890BABB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419897" y="5879683"/>
                  <a:ext cx="384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8348A7F-6FA7-41C7-471C-955615EBF0FF}"/>
                    </a:ext>
                  </a:extLst>
                </p14:cNvPr>
                <p14:cNvContentPartPr/>
                <p14:nvPr/>
              </p14:nvContentPartPr>
              <p14:xfrm>
                <a:off x="1673377" y="6492403"/>
                <a:ext cx="371520" cy="324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8348A7F-6FA7-41C7-471C-955615EBF0F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64377" y="6483763"/>
                  <a:ext cx="389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42815E9-AD18-1789-4BFA-56F9BF6E143C}"/>
                    </a:ext>
                  </a:extLst>
                </p14:cNvPr>
                <p14:cNvContentPartPr/>
                <p14:nvPr/>
              </p14:nvContentPartPr>
              <p14:xfrm>
                <a:off x="2052817" y="6619123"/>
                <a:ext cx="294120" cy="138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42815E9-AD18-1789-4BFA-56F9BF6E143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043817" y="6610483"/>
                  <a:ext cx="311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9869176-839A-B83F-CACB-E55F68AB5131}"/>
                    </a:ext>
                  </a:extLst>
                </p14:cNvPr>
                <p14:cNvContentPartPr/>
                <p14:nvPr/>
              </p14:nvContentPartPr>
              <p14:xfrm>
                <a:off x="2242177" y="6510043"/>
                <a:ext cx="75600" cy="306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9869176-839A-B83F-CACB-E55F68AB513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233177" y="6501043"/>
                  <a:ext cx="932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F861644-1974-AF42-8460-E2A91CAF47F6}"/>
                    </a:ext>
                  </a:extLst>
                </p14:cNvPr>
                <p14:cNvContentPartPr/>
                <p14:nvPr/>
              </p14:nvContentPartPr>
              <p14:xfrm>
                <a:off x="2484457" y="6510763"/>
                <a:ext cx="468360" cy="344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F861644-1974-AF42-8460-E2A91CAF47F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475457" y="6501763"/>
                  <a:ext cx="486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86362E9-E128-ACF4-D5E4-F4FE8D4E30CA}"/>
                    </a:ext>
                  </a:extLst>
                </p14:cNvPr>
                <p14:cNvContentPartPr/>
                <p14:nvPr/>
              </p14:nvContentPartPr>
              <p14:xfrm>
                <a:off x="4295977" y="6509323"/>
                <a:ext cx="450360" cy="226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86362E9-E128-ACF4-D5E4-F4FE8D4E30C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286977" y="6500323"/>
                  <a:ext cx="468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562535D-4C40-5521-EC05-264FF2A13C5C}"/>
                    </a:ext>
                  </a:extLst>
                </p14:cNvPr>
                <p14:cNvContentPartPr/>
                <p14:nvPr/>
              </p14:nvContentPartPr>
              <p14:xfrm>
                <a:off x="4709617" y="6475123"/>
                <a:ext cx="218520" cy="120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562535D-4C40-5521-EC05-264FF2A13C5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700977" y="6466483"/>
                  <a:ext cx="236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6E733DE-561C-D14A-9832-F3F3356F8C4F}"/>
                    </a:ext>
                  </a:extLst>
                </p14:cNvPr>
                <p14:cNvContentPartPr/>
                <p14:nvPr/>
              </p14:nvContentPartPr>
              <p14:xfrm>
                <a:off x="4818697" y="6498163"/>
                <a:ext cx="75600" cy="237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6E733DE-561C-D14A-9832-F3F3356F8C4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09697" y="6489523"/>
                  <a:ext cx="932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33EADA7-E592-AFF0-7D17-3E71B7944B8E}"/>
                    </a:ext>
                  </a:extLst>
                </p14:cNvPr>
                <p14:cNvContentPartPr/>
                <p14:nvPr/>
              </p14:nvContentPartPr>
              <p14:xfrm>
                <a:off x="5089057" y="6354883"/>
                <a:ext cx="84240" cy="335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33EADA7-E592-AFF0-7D17-3E71B7944B8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080417" y="6345883"/>
                  <a:ext cx="1018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447012F-F7C2-3D54-38F3-396FCBBD95FD}"/>
                    </a:ext>
                  </a:extLst>
                </p14:cNvPr>
                <p14:cNvContentPartPr/>
                <p14:nvPr/>
              </p14:nvContentPartPr>
              <p14:xfrm>
                <a:off x="2490217" y="6578083"/>
                <a:ext cx="2050920" cy="75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447012F-F7C2-3D54-38F3-396FCBBD95F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481217" y="6569443"/>
                  <a:ext cx="2068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0DB0BD4-3E5F-9135-FEE6-C4F91A97D6BF}"/>
                    </a:ext>
                  </a:extLst>
                </p14:cNvPr>
                <p14:cNvContentPartPr/>
                <p14:nvPr/>
              </p14:nvContentPartPr>
              <p14:xfrm>
                <a:off x="4566337" y="3639403"/>
                <a:ext cx="269280" cy="231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0DB0BD4-3E5F-9135-FEE6-C4F91A97D6B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557337" y="3630763"/>
                  <a:ext cx="2869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5357674-1227-36BA-7563-6AD9F3C11B70}"/>
                    </a:ext>
                  </a:extLst>
                </p14:cNvPr>
                <p14:cNvContentPartPr/>
                <p14:nvPr/>
              </p14:nvContentPartPr>
              <p14:xfrm>
                <a:off x="4968817" y="3599803"/>
                <a:ext cx="371160" cy="188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5357674-1227-36BA-7563-6AD9F3C11B7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959817" y="3590803"/>
                  <a:ext cx="388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57F7D28-B9C9-ED57-ED88-05B060500752}"/>
                    </a:ext>
                  </a:extLst>
                </p14:cNvPr>
                <p14:cNvContentPartPr/>
                <p14:nvPr/>
              </p14:nvContentPartPr>
              <p14:xfrm>
                <a:off x="5077537" y="3599803"/>
                <a:ext cx="265320" cy="301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57F7D28-B9C9-ED57-ED88-05B06050075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068537" y="3591163"/>
                  <a:ext cx="2829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128C40F-DE06-51C6-2480-F39EBB366F5B}"/>
                    </a:ext>
                  </a:extLst>
                </p14:cNvPr>
                <p14:cNvContentPartPr/>
                <p14:nvPr/>
              </p14:nvContentPartPr>
              <p14:xfrm>
                <a:off x="1897657" y="4054123"/>
                <a:ext cx="481680" cy="6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128C40F-DE06-51C6-2480-F39EBB366F5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888657" y="4045483"/>
                  <a:ext cx="499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BD9726D-32F2-210F-F176-D89A17EC52BD}"/>
                    </a:ext>
                  </a:extLst>
                </p14:cNvPr>
                <p14:cNvContentPartPr/>
                <p14:nvPr/>
              </p14:nvContentPartPr>
              <p14:xfrm>
                <a:off x="1836097" y="3990763"/>
                <a:ext cx="272520" cy="24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BD9726D-32F2-210F-F176-D89A17EC52B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827457" y="3982123"/>
                  <a:ext cx="290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1D63F6-C23F-DA4D-392E-440D5DDABFCD}"/>
                    </a:ext>
                  </a:extLst>
                </p14:cNvPr>
                <p14:cNvContentPartPr/>
                <p14:nvPr/>
              </p14:nvContentPartPr>
              <p14:xfrm>
                <a:off x="2472577" y="3990763"/>
                <a:ext cx="332280" cy="288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1D63F6-C23F-DA4D-392E-440D5DDABFC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63577" y="3982123"/>
                  <a:ext cx="349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242196-F197-D9B5-4F7D-EAA75187A951}"/>
                    </a:ext>
                  </a:extLst>
                </p14:cNvPr>
                <p14:cNvContentPartPr/>
                <p14:nvPr/>
              </p14:nvContentPartPr>
              <p14:xfrm>
                <a:off x="2559337" y="3956203"/>
                <a:ext cx="110520" cy="82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242196-F197-D9B5-4F7D-EAA75187A95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550337" y="3947203"/>
                  <a:ext cx="128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4409C4-6331-5E87-FADA-8690C9DE991B}"/>
                    </a:ext>
                  </a:extLst>
                </p14:cNvPr>
                <p14:cNvContentPartPr/>
                <p14:nvPr/>
              </p14:nvContentPartPr>
              <p14:xfrm>
                <a:off x="2880817" y="4082203"/>
                <a:ext cx="795600" cy="99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4409C4-6331-5E87-FADA-8690C9DE991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872177" y="4073563"/>
                  <a:ext cx="813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6FED4C-2105-E63D-62BB-E831CFCA5688}"/>
                    </a:ext>
                  </a:extLst>
                </p14:cNvPr>
                <p14:cNvContentPartPr/>
                <p14:nvPr/>
              </p14:nvContentPartPr>
              <p14:xfrm>
                <a:off x="3591097" y="3938923"/>
                <a:ext cx="139680" cy="289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6FED4C-2105-E63D-62BB-E831CFCA568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582457" y="3930283"/>
                  <a:ext cx="1573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313AA36-EA85-4089-AD96-A4463EF19B82}"/>
                    </a:ext>
                  </a:extLst>
                </p14:cNvPr>
                <p14:cNvContentPartPr/>
                <p14:nvPr/>
              </p14:nvContentPartPr>
              <p14:xfrm>
                <a:off x="1644937" y="3504043"/>
                <a:ext cx="17280" cy="228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313AA36-EA85-4089-AD96-A4463EF19B8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636297" y="3495043"/>
                  <a:ext cx="349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34735D3-8075-1787-1AF1-8D5DC32F7725}"/>
                    </a:ext>
                  </a:extLst>
                </p14:cNvPr>
                <p14:cNvContentPartPr/>
                <p14:nvPr/>
              </p14:nvContentPartPr>
              <p14:xfrm>
                <a:off x="3674257" y="4271203"/>
                <a:ext cx="1705320" cy="23360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34735D3-8075-1787-1AF1-8D5DC32F772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665617" y="4262563"/>
                  <a:ext cx="1722960" cy="23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74771D5-BC62-CAB5-A6C8-6B4C9D0C6415}"/>
                    </a:ext>
                  </a:extLst>
                </p14:cNvPr>
                <p14:cNvContentPartPr/>
                <p14:nvPr/>
              </p14:nvContentPartPr>
              <p14:xfrm>
                <a:off x="3075937" y="4541563"/>
                <a:ext cx="972720" cy="277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74771D5-BC62-CAB5-A6C8-6B4C9D0C641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067297" y="4532923"/>
                  <a:ext cx="990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B006C66-524B-1EE8-D5D6-29F6B186A70A}"/>
                    </a:ext>
                  </a:extLst>
                </p14:cNvPr>
                <p14:cNvContentPartPr/>
                <p14:nvPr/>
              </p14:nvContentPartPr>
              <p14:xfrm>
                <a:off x="2990257" y="4393243"/>
                <a:ext cx="378360" cy="357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B006C66-524B-1EE8-D5D6-29F6B186A70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981617" y="4384603"/>
                  <a:ext cx="3960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721C243-98F3-8F40-4169-3373685994EB}"/>
                    </a:ext>
                  </a:extLst>
                </p14:cNvPr>
                <p14:cNvContentPartPr/>
                <p14:nvPr/>
              </p14:nvContentPartPr>
              <p14:xfrm>
                <a:off x="901177" y="4577491"/>
                <a:ext cx="2456640" cy="21142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721C243-98F3-8F40-4169-3373685994E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92177" y="4568851"/>
                  <a:ext cx="2474280" cy="213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69461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CEA86F8-3D7B-39B6-0296-5CB32A6E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3E31-5ABB-4211-BDBA-E48A7A3E0EDD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0C454C19-C05D-C384-98DF-A5A1DD755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335" y="0"/>
            <a:ext cx="7772400" cy="1143000"/>
          </a:xfrm>
        </p:spPr>
        <p:txBody>
          <a:bodyPr/>
          <a:lstStyle/>
          <a:p>
            <a:r>
              <a:rPr lang="da-DK" altLang="en-US" dirty="0"/>
              <a:t>Principal components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9278A8B-75F0-FC31-DC68-2DA96EC53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3437" y="1338532"/>
            <a:ext cx="10059837" cy="5105400"/>
          </a:xfrm>
        </p:spPr>
        <p:txBody>
          <a:bodyPr/>
          <a:lstStyle/>
          <a:p>
            <a:r>
              <a:rPr lang="da-DK" altLang="en-US" dirty="0"/>
              <a:t>1st principal component (PC1)</a:t>
            </a:r>
          </a:p>
          <a:p>
            <a:pPr lvl="1"/>
            <a:r>
              <a:rPr lang="da-DK" altLang="en-US" dirty="0"/>
              <a:t>The eigenvalue with the largest absolute value will indicate that the data have the largest variance along its eigenvector, the direction along which there is the greatest variation</a:t>
            </a:r>
          </a:p>
          <a:p>
            <a:r>
              <a:rPr lang="da-DK" altLang="en-US" dirty="0"/>
              <a:t>2nd principal component (PC2)</a:t>
            </a:r>
          </a:p>
          <a:p>
            <a:pPr lvl="1"/>
            <a:r>
              <a:rPr lang="da-DK" altLang="en-US" dirty="0"/>
              <a:t>The direction with maximum variation left in data,  orthogonal to the 1st PC </a:t>
            </a:r>
          </a:p>
          <a:p>
            <a:r>
              <a:rPr lang="da-DK" altLang="en-US" dirty="0"/>
              <a:t>In general, only a few directions manage to capture most of the variability in the data.</a:t>
            </a:r>
          </a:p>
          <a:p>
            <a:pPr lvl="1"/>
            <a:endParaRPr lang="da-DK" altLang="en-US" dirty="0"/>
          </a:p>
          <a:p>
            <a:endParaRPr lang="da-DK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1EDDB2C2-94B6-2CA5-AEE9-D30C46F0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E3A65-5CB1-4FA8-827F-DD633AE18637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4EF44DB6-16B5-7523-CB82-F5A76F39B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4000" dirty="0">
                <a:ea typeface="PMingLiU" panose="02020500000000000000" pitchFamily="18" charset="-120"/>
              </a:rPr>
              <a:t>Steps of PCA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283" name="Rectangle 3">
                <a:extLst>
                  <a:ext uri="{FF2B5EF4-FFF2-40B4-BE49-F238E27FC236}">
                    <a16:creationId xmlns:a16="http://schemas.microsoft.com/office/drawing/2014/main" id="{964B9CD8-AFAB-B3B9-D228-D0E5ECD6788A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970052" y="1181100"/>
                <a:ext cx="10163774" cy="5175250"/>
              </a:xfrm>
            </p:spPr>
            <p:txBody>
              <a:bodyPr>
                <a:normAutofit fontScale="85000" lnSpcReduction="20000"/>
              </a:bodyPr>
              <a:lstStyle/>
              <a:p>
                <a:endParaRPr lang="en-US" altLang="zh-TW" dirty="0">
                  <a:ea typeface="PMingLiU" panose="02020500000000000000" pitchFamily="18" charset="-120"/>
                </a:endParaRP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Arrange your data as a matrix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𝑋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 of size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 ×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𝑑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), where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𝑛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 = number of samples (rows)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𝑑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=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 number of features (columns)</a:t>
                </a: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𝑋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 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be the mean vector (taking the mean of all columns)</a:t>
                </a: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Adjust the original data by the mean</a:t>
                </a:r>
              </a:p>
              <a:p>
                <a:pPr lvl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𝑋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’ =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𝑋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 – </m:t>
                      </m:r>
                      <m:acc>
                        <m:accPr>
                          <m:chr m:val="̅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US" altLang="zh-TW" dirty="0">
                  <a:ea typeface="PMingLiU" panose="02020500000000000000" pitchFamily="18" charset="-120"/>
                </a:endParaRP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Compute the covariance matrix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𝐶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’</m:t>
                    </m:r>
                  </m:oMath>
                </a14:m>
                <a:endParaRPr lang="en-US" altLang="zh-TW" dirty="0">
                  <a:ea typeface="PMingLiU" panose="02020500000000000000" pitchFamily="18" charset="-120"/>
                </a:endParaRP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Find the eigenvectors and eigenvalues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𝐶</m:t>
                    </m:r>
                  </m:oMath>
                </a14:m>
                <a:endParaRPr lang="en-US" altLang="zh-TW" dirty="0">
                  <a:ea typeface="PMingLiU" panose="02020500000000000000" pitchFamily="18" charset="-120"/>
                </a:endParaRP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Sort Eigenvalues &amp; Eigenvectors</a:t>
                </a: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First principal component = eigenvector with the largest eigenvalue.</a:t>
                </a: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Choose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𝑘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 eigenvectors corresponding to the top k eigenvalues.</a:t>
                </a: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Form projection matrix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𝑃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 ×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𝑘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).</a:t>
                </a: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Project the Data onto a new subspace.</a:t>
                </a:r>
              </a:p>
              <a:p>
                <a:r>
                  <a:rPr lang="en-US" altLang="zh-TW" dirty="0">
                    <a:ea typeface="PMingLiU" panose="02020500000000000000" pitchFamily="18" charset="-120"/>
                  </a:rPr>
                  <a:t>Transform original data: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𝑌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=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′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𝑃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  </m:t>
                    </m:r>
                  </m:oMath>
                </a14:m>
                <a:r>
                  <a:rPr lang="en-US" altLang="zh-TW" dirty="0">
                    <a:ea typeface="PMingLiU" panose="02020500000000000000" pitchFamily="18" charset="-120"/>
                  </a:rPr>
                  <a:t>is the reduced-dimensional representation.</a:t>
                </a:r>
              </a:p>
              <a:p>
                <a:endParaRPr lang="zh-TW" altLang="en-US" dirty="0">
                  <a:ea typeface="PMingLiU" panose="02020500000000000000" pitchFamily="18" charset="-120"/>
                </a:endParaRPr>
              </a:p>
            </p:txBody>
          </p:sp>
        </mc:Choice>
        <mc:Fallback>
          <p:sp>
            <p:nvSpPr>
              <p:cNvPr id="97283" name="Rectangle 3">
                <a:extLst>
                  <a:ext uri="{FF2B5EF4-FFF2-40B4-BE49-F238E27FC236}">
                    <a16:creationId xmlns:a16="http://schemas.microsoft.com/office/drawing/2014/main" id="{964B9CD8-AFAB-B3B9-D228-D0E5ECD67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970052" y="1181100"/>
                <a:ext cx="10163774" cy="5175250"/>
              </a:xfrm>
              <a:blipFill>
                <a:blip r:embed="rId3"/>
                <a:stretch>
                  <a:fillRect l="-780" r="-1320" b="-1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423C-C951-41E5-84DD-368B65D2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6382" y="948289"/>
            <a:ext cx="2043023" cy="804796"/>
          </a:xfrm>
        </p:spPr>
        <p:txBody>
          <a:bodyPr>
            <a:normAutofit/>
          </a:bodyPr>
          <a:lstStyle/>
          <a:p>
            <a:r>
              <a:rPr lang="en-US" sz="3200" dirty="0"/>
              <a:t>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EC5255-30E9-0C66-180B-2F3A15B12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578940"/>
            <a:ext cx="2639598" cy="14898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34AB07-4483-529B-08EB-972D94A1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66" y="4520425"/>
            <a:ext cx="4613884" cy="16298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B4C30D-A185-B1BD-55EF-FB80EA957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477" y="4520425"/>
            <a:ext cx="6178721" cy="183401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BEFEAFC-8475-779E-951E-AB3C28594FD6}"/>
              </a:ext>
            </a:extLst>
          </p:cNvPr>
          <p:cNvSpPr txBox="1">
            <a:spLocks/>
          </p:cNvSpPr>
          <p:nvPr/>
        </p:nvSpPr>
        <p:spPr>
          <a:xfrm>
            <a:off x="4039230" y="3689225"/>
            <a:ext cx="39373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B62789-ABB5-B64F-2360-B4A501E2647A}"/>
              </a:ext>
            </a:extLst>
          </p:cNvPr>
          <p:cNvSpPr txBox="1">
            <a:spLocks/>
          </p:cNvSpPr>
          <p:nvPr/>
        </p:nvSpPr>
        <p:spPr>
          <a:xfrm>
            <a:off x="4193782" y="3168775"/>
            <a:ext cx="41680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Mean Centering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AC2EC0-9C9B-369A-738B-3C3501B5E043}"/>
              </a:ext>
            </a:extLst>
          </p:cNvPr>
          <p:cNvSpPr txBox="1"/>
          <p:nvPr/>
        </p:nvSpPr>
        <p:spPr>
          <a:xfrm>
            <a:off x="3065253" y="2073618"/>
            <a:ext cx="4301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Suppose we have 3 data points (2 features)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3BA8F49-C28B-1BCE-6389-F02BCC63CC51}"/>
              </a:ext>
            </a:extLst>
          </p:cNvPr>
          <p:cNvSpPr txBox="1">
            <a:spLocks/>
          </p:cNvSpPr>
          <p:nvPr/>
        </p:nvSpPr>
        <p:spPr>
          <a:xfrm>
            <a:off x="756563" y="230085"/>
            <a:ext cx="9549610" cy="804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609780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B5E01-5018-29F3-C486-53EABAB6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F2BD9-4407-931B-EA10-0FD2D29C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260" y="997729"/>
            <a:ext cx="4293905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Covariance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F0A56A-6B36-C644-FF8E-C1D703F60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9" y="2394317"/>
            <a:ext cx="11509641" cy="252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30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CC32-AFCB-85B5-28CA-9023A257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F71A-2F88-0959-5B71-95F0EF5B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003" y="891874"/>
            <a:ext cx="472162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Eigen Decomposition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A053BE-0AEA-AD8B-6509-641C3F0BD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4" y="2262765"/>
            <a:ext cx="11534764" cy="347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7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102C-5475-B804-139C-3F425526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Project Data onto Principal Component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303083-2474-D994-9F9D-17ADD8600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18" y="1903564"/>
            <a:ext cx="10956886" cy="355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75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868E227-673F-114B-52AE-F95C3B35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D7D62-8204-4647-BCBC-AA7BC1334A6E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3AF83B12-B50B-1969-A59F-6919B31DDE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en-US"/>
              <a:t>Principal components - Variance</a:t>
            </a:r>
          </a:p>
        </p:txBody>
      </p:sp>
      <p:graphicFrame>
        <p:nvGraphicFramePr>
          <p:cNvPr id="95235" name="Object 3">
            <a:extLst>
              <a:ext uri="{FF2B5EF4-FFF2-40B4-BE49-F238E27FC236}">
                <a16:creationId xmlns:a16="http://schemas.microsoft.com/office/drawing/2014/main" id="{A955365A-ED6B-25ED-7F83-38C2869EB80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882901" y="1989139"/>
          <a:ext cx="6613525" cy="310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667278" imgH="2524285" progId="Excel.Chart.8">
                  <p:embed/>
                </p:oleObj>
              </mc:Choice>
              <mc:Fallback>
                <p:oleObj name="Chart" r:id="rId2" imgW="4667278" imgH="2524285" progId="Excel.Chart.8">
                  <p:embed/>
                  <p:pic>
                    <p:nvPicPr>
                      <p:cNvPr id="95235" name="Object 3">
                        <a:extLst>
                          <a:ext uri="{FF2B5EF4-FFF2-40B4-BE49-F238E27FC236}">
                            <a16:creationId xmlns:a16="http://schemas.microsoft.com/office/drawing/2014/main" id="{A955365A-ED6B-25ED-7F83-38C2869EB8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1" y="1989139"/>
                        <a:ext cx="6613525" cy="310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4F2571-C7B6-B068-F70D-D5F0F533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234D-14BD-4F02-B964-2690853A1BC9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06E43FF-0D1A-44E2-4D69-DC57FFE84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r>
              <a:rPr lang="sv-SE" altLang="en-US"/>
              <a:t>PCA –&gt; Original Data</a:t>
            </a:r>
            <a:endParaRPr lang="en-US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EFB63C1-4334-9AA2-D3CD-AA800AFB5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15" y="1143000"/>
            <a:ext cx="10995804" cy="5334000"/>
          </a:xfrm>
        </p:spPr>
        <p:txBody>
          <a:bodyPr/>
          <a:lstStyle/>
          <a:p>
            <a:r>
              <a:rPr lang="sv-SE" altLang="en-US" dirty="0"/>
              <a:t>Retrieving old data (e.g. in data compression)</a:t>
            </a:r>
          </a:p>
          <a:p>
            <a:pPr lvl="1"/>
            <a:r>
              <a:rPr lang="sv-SE" altLang="en-US" i="1" dirty="0"/>
              <a:t>RetrievedRowData</a:t>
            </a:r>
            <a:r>
              <a:rPr lang="sv-SE" altLang="en-US" dirty="0"/>
              <a:t>=(</a:t>
            </a:r>
            <a:r>
              <a:rPr lang="sv-SE" altLang="en-US" i="1" dirty="0"/>
              <a:t>RowFeatureVector</a:t>
            </a:r>
            <a:r>
              <a:rPr lang="sv-SE" altLang="en-US" baseline="30000" dirty="0"/>
              <a:t>T</a:t>
            </a:r>
            <a:r>
              <a:rPr lang="sv-SE" altLang="en-US" dirty="0"/>
              <a:t> x </a:t>
            </a:r>
            <a:r>
              <a:rPr lang="sv-SE" altLang="en-US" i="1" dirty="0"/>
              <a:t>FinalData</a:t>
            </a:r>
            <a:r>
              <a:rPr lang="sv-SE" altLang="en-US" dirty="0"/>
              <a:t>)+</a:t>
            </a:r>
            <a:r>
              <a:rPr lang="sv-SE" altLang="en-US" i="1" dirty="0"/>
              <a:t>OriginalMean</a:t>
            </a:r>
          </a:p>
          <a:p>
            <a:pPr lvl="1"/>
            <a:r>
              <a:rPr lang="sv-SE" altLang="en-US" dirty="0"/>
              <a:t>Yields original data using the chosen components</a:t>
            </a:r>
          </a:p>
          <a:p>
            <a:pPr lvl="1">
              <a:buFontTx/>
              <a:buNone/>
            </a:pPr>
            <a:endParaRPr lang="sv-SE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6D92939-D110-1791-2E1D-9C668451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CCEBF-50D5-4A81-B80B-93C420C0647B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DB2E016A-9429-C027-71D4-4DB724CC3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en-US"/>
              <a:t>Principal components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4AA80AC-F573-AD0C-9061-AA17D49EE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altLang="en-US"/>
              <a:t>General about principal components</a:t>
            </a:r>
          </a:p>
          <a:p>
            <a:pPr lvl="1"/>
            <a:r>
              <a:rPr lang="da-DK" altLang="en-US"/>
              <a:t>summary variables</a:t>
            </a:r>
          </a:p>
          <a:p>
            <a:pPr lvl="1"/>
            <a:r>
              <a:rPr lang="da-DK" altLang="en-US"/>
              <a:t>linear combinations of the original variables</a:t>
            </a:r>
          </a:p>
          <a:p>
            <a:pPr lvl="1"/>
            <a:r>
              <a:rPr lang="da-DK" altLang="en-US"/>
              <a:t>uncorrelated with each other</a:t>
            </a:r>
          </a:p>
          <a:p>
            <a:pPr lvl="1"/>
            <a:r>
              <a:rPr lang="da-DK" altLang="en-US"/>
              <a:t>capture as much of the original variance as possible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2614</TotalTime>
  <Words>639</Words>
  <Application>Microsoft Office PowerPoint</Application>
  <PresentationFormat>Widescreen</PresentationFormat>
  <Paragraphs>132</Paragraphs>
  <Slides>19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PMingLiU</vt:lpstr>
      <vt:lpstr>Arial</vt:lpstr>
      <vt:lpstr>Calibri</vt:lpstr>
      <vt:lpstr>Calibri Light</vt:lpstr>
      <vt:lpstr>Cambria Math</vt:lpstr>
      <vt:lpstr>Symbol</vt:lpstr>
      <vt:lpstr>Tahoma</vt:lpstr>
      <vt:lpstr>Times New Roman</vt:lpstr>
      <vt:lpstr>Office Theme</vt:lpstr>
      <vt:lpstr>Equation</vt:lpstr>
      <vt:lpstr>Chart</vt:lpstr>
      <vt:lpstr>PowerPoint Presentation</vt:lpstr>
      <vt:lpstr>High Dimensional Data</vt:lpstr>
      <vt:lpstr>PowerPoint Presentation</vt:lpstr>
      <vt:lpstr>Principal Components Analysis Ideas (PCA)</vt:lpstr>
      <vt:lpstr>Maximizing the variance</vt:lpstr>
      <vt:lpstr>Principal Component Analysis: one attribute first</vt:lpstr>
      <vt:lpstr>Now consider two dimensions</vt:lpstr>
      <vt:lpstr>More than two attributes: covariance matrix</vt:lpstr>
      <vt:lpstr>Eigenvalues &amp; eigenvectors</vt:lpstr>
      <vt:lpstr>PowerPoint Presentation</vt:lpstr>
      <vt:lpstr>Principal components</vt:lpstr>
      <vt:lpstr>Steps of PCA</vt:lpstr>
      <vt:lpstr>Dataset</vt:lpstr>
      <vt:lpstr>Covariance Matrix</vt:lpstr>
      <vt:lpstr>Eigen Decomposition</vt:lpstr>
      <vt:lpstr>Project Data onto Principal Component</vt:lpstr>
      <vt:lpstr>Principal components - Variance</vt:lpstr>
      <vt:lpstr>PCA –&gt; Original Data</vt:lpstr>
      <vt:lpstr>Principal components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Sidharth Sharma</dc:creator>
  <cp:lastModifiedBy>Sidharth Sharma</cp:lastModifiedBy>
  <cp:revision>105</cp:revision>
  <dcterms:created xsi:type="dcterms:W3CDTF">2025-07-28T14:34:19Z</dcterms:created>
  <dcterms:modified xsi:type="dcterms:W3CDTF">2025-09-04T06:30:49Z</dcterms:modified>
</cp:coreProperties>
</file>